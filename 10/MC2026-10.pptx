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56" r:id="rId2"/>
    <p:sldId id="281" r:id="rId3"/>
    <p:sldId id="282" r:id="rId4"/>
    <p:sldId id="283" r:id="rId5"/>
    <p:sldId id="258" r:id="rId6"/>
    <p:sldId id="259" r:id="rId7"/>
    <p:sldId id="274" r:id="rId8"/>
    <p:sldId id="275" r:id="rId9"/>
    <p:sldId id="260" r:id="rId10"/>
    <p:sldId id="261" r:id="rId11"/>
    <p:sldId id="262" r:id="rId12"/>
    <p:sldId id="264" r:id="rId13"/>
    <p:sldId id="272" r:id="rId14"/>
    <p:sldId id="273" r:id="rId15"/>
    <p:sldId id="280" r:id="rId16"/>
    <p:sldId id="266" r:id="rId17"/>
    <p:sldId id="267" r:id="rId18"/>
    <p:sldId id="268" r:id="rId19"/>
    <p:sldId id="276" r:id="rId20"/>
    <p:sldId id="269" r:id="rId21"/>
    <p:sldId id="277" r:id="rId22"/>
    <p:sldId id="278" r:id="rId23"/>
    <p:sldId id="279" r:id="rId24"/>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74" autoAdjust="0"/>
    <p:restoredTop sz="94660"/>
  </p:normalViewPr>
  <p:slideViewPr>
    <p:cSldViewPr snapToGrid="0">
      <p:cViewPr varScale="1">
        <p:scale>
          <a:sx n="127" d="100"/>
          <a:sy n="127" d="100"/>
        </p:scale>
        <p:origin x="432"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24425CF-E9FB-4146-B8F0-F1A2B2C0531A}" type="datetimeFigureOut">
              <a:rPr kumimoji="1" lang="ja-JP" altLang="en-US" smtClean="0"/>
              <a:t>2026/6/24</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C724106-AA93-7F4D-80AF-9BB117F4D749}" type="slidenum">
              <a:rPr kumimoji="1" lang="ja-JP" altLang="en-US" smtClean="0"/>
              <a:t>‹#›</a:t>
            </a:fld>
            <a:endParaRPr kumimoji="1" lang="ja-JP" altLang="en-US"/>
          </a:p>
        </p:txBody>
      </p:sp>
    </p:spTree>
    <p:extLst>
      <p:ext uri="{BB962C8B-B14F-4D97-AF65-F5344CB8AC3E}">
        <p14:creationId xmlns:p14="http://schemas.microsoft.com/office/powerpoint/2010/main" val="1205135673"/>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 name="Google Shape;97;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2549820c676_3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2549820c676_3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100"/>
              <a:buFont typeface="Arial"/>
              <a:buNone/>
            </a:pPr>
            <a:r>
              <a:rPr lang="ja-JP" sz="2400">
                <a:latin typeface="Calibri"/>
                <a:ea typeface="Calibri"/>
                <a:cs typeface="Calibri"/>
                <a:sym typeface="Calibri"/>
              </a:rPr>
              <a:t>形によって識別可能→形状の</a:t>
            </a:r>
            <a:r>
              <a:rPr lang="ja-JP" sz="2400" b="1">
                <a:latin typeface="Calibri"/>
                <a:ea typeface="Calibri"/>
                <a:cs typeface="Calibri"/>
                <a:sym typeface="Calibri"/>
              </a:rPr>
              <a:t>特徴量</a:t>
            </a:r>
            <a:r>
              <a:rPr lang="ja-JP" sz="2400">
                <a:latin typeface="Calibri"/>
                <a:ea typeface="Calibri"/>
                <a:cs typeface="Calibri"/>
                <a:sym typeface="Calibri"/>
              </a:rPr>
              <a:t>を取り出す</a:t>
            </a:r>
            <a:endParaRPr sz="240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ja-JP" sz="2400">
                <a:latin typeface="Calibri"/>
                <a:ea typeface="Calibri"/>
                <a:cs typeface="Calibri"/>
                <a:sym typeface="Calibri"/>
              </a:rPr>
              <a:t>取り出されたK個の特徴量をXiとすると</a:t>
            </a:r>
            <a:endParaRPr sz="240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ja-JP" sz="2400" b="1">
                <a:latin typeface="Calibri"/>
                <a:ea typeface="Calibri"/>
                <a:cs typeface="Calibri"/>
                <a:sym typeface="Calibri"/>
              </a:rPr>
              <a:t>特徴ベクトルはX = (X1, X2, X3, ・・, Xk)T</a:t>
            </a:r>
            <a:r>
              <a:rPr lang="ja-JP" sz="2400">
                <a:latin typeface="Calibri"/>
                <a:ea typeface="Calibri"/>
                <a:cs typeface="Calibri"/>
                <a:sym typeface="Calibri"/>
              </a:rPr>
              <a:t>となる</a:t>
            </a:r>
            <a:endParaRPr/>
          </a:p>
        </p:txBody>
      </p:sp>
      <p:sp>
        <p:nvSpPr>
          <p:cNvPr id="133" name="Google Shape;133;g2549820c676_3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ltLang="ja-JP"/>
              <a:t>5</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2549820c676_3_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1" name="Google Shape;181;g2549820c676_3_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2" name="Google Shape;182;g2549820c676_3_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ltLang="ja-JP"/>
              <a:t>6</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g2549820c676_6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8" name="Google Shape;278;g2549820c676_6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9" name="Google Shape;279;g2549820c676_6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ltLang="ja-JP"/>
              <a:t>9</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g254a6bbbaed_0_27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5" name="Google Shape;345;g254a6bbbaed_0_27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6" name="Google Shape;346;g254a6bbbaed_0_27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ltLang="ja-JP"/>
              <a:t>10</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g2549820c676_6_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3" name="Google Shape;353;g2549820c676_6_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4" name="Google Shape;354;g2549820c676_6_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ltLang="ja-JP"/>
              <a:t>11</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g254a6bbbaed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1" name="Google Shape;371;g254a6bbbaed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2" name="Google Shape;372;g254a6bbbaed_0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ltLang="ja-JP"/>
              <a:t>12</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6"/>
        <p:cNvGrpSpPr/>
        <p:nvPr/>
      </p:nvGrpSpPr>
      <p:grpSpPr>
        <a:xfrm>
          <a:off x="0" y="0"/>
          <a:ext cx="0" cy="0"/>
          <a:chOff x="0" y="0"/>
          <a:chExt cx="0" cy="0"/>
        </a:xfrm>
      </p:grpSpPr>
      <p:sp>
        <p:nvSpPr>
          <p:cNvPr id="447" name="Google Shape;447;g254a6bbbaed_0_27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8" name="Google Shape;448;g254a6bbbaed_0_27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49" name="Google Shape;449;g254a6bbbaed_0_27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ltLang="ja-JP"/>
              <a:t>15</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g254a6bbbaed_0_27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6" name="Google Shape;386;g254a6bbbaed_0_27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7" name="Google Shape;387;g254a6bbbaed_0_272: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ltLang="ja-JP"/>
              <a:t>16</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p:cNvGrpSpPr/>
        <p:nvPr/>
      </p:nvGrpSpPr>
      <p:grpSpPr>
        <a:xfrm>
          <a:off x="0" y="0"/>
          <a:ext cx="0" cy="0"/>
          <a:chOff x="0" y="0"/>
          <a:chExt cx="0" cy="0"/>
        </a:xfrm>
      </p:grpSpPr>
      <p:sp>
        <p:nvSpPr>
          <p:cNvPr id="393" name="Google Shape;393;g254a6bbbaed_0_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4" name="Google Shape;394;g254a6bbbaed_0_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5" name="Google Shape;395;g254a6bbbaed_0_8: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ltLang="ja-JP"/>
              <a:t>17</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g254a6bbbaed_0_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2" name="Google Shape;432;g254a6bbbaed_0_1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3" name="Google Shape;433;g254a6bbbaed_0_1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ltLang="ja-JP"/>
              <a:t>18</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6"/>
        <p:cNvGrpSpPr/>
        <p:nvPr/>
      </p:nvGrpSpPr>
      <p:grpSpPr>
        <a:xfrm>
          <a:off x="0" y="0"/>
          <a:ext cx="0" cy="0"/>
          <a:chOff x="0" y="0"/>
          <a:chExt cx="0" cy="0"/>
        </a:xfrm>
      </p:grpSpPr>
      <p:sp>
        <p:nvSpPr>
          <p:cNvPr id="467" name="Google Shape;467;g254a6bbbaed_0_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8" name="Google Shape;468;g254a6bbbaed_0_2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9" name="Google Shape;469;g254a6bbbaed_0_22: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ltLang="ja-JP"/>
              <a:t>20</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1"/>
        <p:cNvGrpSpPr/>
        <p:nvPr/>
      </p:nvGrpSpPr>
      <p:grpSpPr>
        <a:xfrm>
          <a:off x="0" y="0"/>
          <a:ext cx="0" cy="0"/>
          <a:chOff x="0" y="0"/>
          <a:chExt cx="0" cy="0"/>
        </a:xfrm>
      </p:grpSpPr>
      <p:sp>
        <p:nvSpPr>
          <p:cNvPr id="582" name="Google Shape;582;g22eabc07916_0_10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3" name="Google Shape;583;g22eabc07916_0_10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84" name="Google Shape;584;g22eabc07916_0_10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ltLang="ja-JP"/>
              <a:t>21</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3"/>
        <p:cNvGrpSpPr/>
        <p:nvPr/>
      </p:nvGrpSpPr>
      <p:grpSpPr>
        <a:xfrm>
          <a:off x="0" y="0"/>
          <a:ext cx="0" cy="0"/>
          <a:chOff x="0" y="0"/>
          <a:chExt cx="0" cy="0"/>
        </a:xfrm>
      </p:grpSpPr>
      <p:sp>
        <p:nvSpPr>
          <p:cNvPr id="614" name="Google Shape;614;g22eabc07916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5" name="Google Shape;615;g22eabc07916_0_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6" name="Google Shape;616;g22eabc07916_0_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ltLang="ja-JP"/>
              <a:t>22</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4"/>
        <p:cNvGrpSpPr/>
        <p:nvPr/>
      </p:nvGrpSpPr>
      <p:grpSpPr>
        <a:xfrm>
          <a:off x="0" y="0"/>
          <a:ext cx="0" cy="0"/>
          <a:chOff x="0" y="0"/>
          <a:chExt cx="0" cy="0"/>
        </a:xfrm>
      </p:grpSpPr>
      <p:sp>
        <p:nvSpPr>
          <p:cNvPr id="685" name="Google Shape;685;g22eabc07916_0_2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6" name="Google Shape;686;g22eabc07916_0_23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87" name="Google Shape;687;g22eabc07916_0_23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ltLang="ja-JP"/>
              <a:t>23</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サブタイトル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p:cNvSpPr>
            <a:spLocks noGrp="1"/>
          </p:cNvSpPr>
          <p:nvPr>
            <p:ph type="dt" sz="half" idx="10"/>
          </p:nvPr>
        </p:nvSpPr>
        <p:spPr/>
        <p:txBody>
          <a:bodyPr/>
          <a:lstStyle/>
          <a:p>
            <a:fld id="{AA1AE8C7-73AF-44D9-9BCA-335513F90FD7}" type="datetimeFigureOut">
              <a:rPr kumimoji="1" lang="ja-JP" altLang="en-US" smtClean="0"/>
              <a:t>2026/6/24</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25E816E5-CA5D-41A0-8611-4C8FD76629A6}" type="slidenum">
              <a:rPr kumimoji="1" lang="ja-JP" altLang="en-US" smtClean="0"/>
              <a:t>‹#›</a:t>
            </a:fld>
            <a:endParaRPr kumimoji="1" lang="ja-JP" altLang="en-US"/>
          </a:p>
        </p:txBody>
      </p:sp>
    </p:spTree>
    <p:extLst>
      <p:ext uri="{BB962C8B-B14F-4D97-AF65-F5344CB8AC3E}">
        <p14:creationId xmlns:p14="http://schemas.microsoft.com/office/powerpoint/2010/main" val="23725068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atin typeface="Courier New" panose="02070309020205020404" pitchFamily="49" charset="0"/>
                <a:cs typeface="Courier New" panose="02070309020205020404" pitchFamily="49" charset="0"/>
              </a:defRPr>
            </a:lvl1pPr>
          </a:lstStyle>
          <a:p>
            <a:r>
              <a:rPr kumimoji="1" lang="ja-JP" altLang="en-US"/>
              <a:t>マスター タイトルの書式設定</a:t>
            </a:r>
          </a:p>
        </p:txBody>
      </p:sp>
      <p:sp>
        <p:nvSpPr>
          <p:cNvPr id="3" name="コンテンツ プレースホルダー 2"/>
          <p:cNvSpPr>
            <a:spLocks noGrp="1"/>
          </p:cNvSpPr>
          <p:nvPr>
            <p:ph idx="1"/>
          </p:nvPr>
        </p:nvSpPr>
        <p:spPr/>
        <p:txBody>
          <a:bodyPr/>
          <a:lstStyle>
            <a:lvl1pPr>
              <a:defRPr>
                <a:latin typeface="Courier New" panose="02070309020205020404" pitchFamily="49" charset="0"/>
                <a:cs typeface="Courier New" panose="02070309020205020404" pitchFamily="49" charset="0"/>
              </a:defRPr>
            </a:lvl1pPr>
            <a:lvl2pPr>
              <a:defRPr>
                <a:latin typeface="Courier New" panose="02070309020205020404" pitchFamily="49" charset="0"/>
                <a:cs typeface="Courier New" panose="02070309020205020404" pitchFamily="49" charset="0"/>
              </a:defRPr>
            </a:lvl2pPr>
            <a:lvl3pPr>
              <a:defRPr>
                <a:latin typeface="Courier New" panose="02070309020205020404" pitchFamily="49" charset="0"/>
                <a:cs typeface="Courier New" panose="02070309020205020404" pitchFamily="49" charset="0"/>
              </a:defRPr>
            </a:lvl3pPr>
            <a:lvl4pPr>
              <a:defRPr>
                <a:latin typeface="Courier New" panose="02070309020205020404" pitchFamily="49" charset="0"/>
                <a:cs typeface="Courier New" panose="02070309020205020404" pitchFamily="49" charset="0"/>
              </a:defRPr>
            </a:lvl4pPr>
            <a:lvl5pPr>
              <a:defRPr>
                <a:latin typeface="Courier New" panose="02070309020205020404" pitchFamily="49" charset="0"/>
                <a:cs typeface="Courier New" panose="02070309020205020404" pitchFamily="49" charset="0"/>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AA1AE8C7-73AF-44D9-9BCA-335513F90FD7}" type="datetimeFigureOut">
              <a:rPr kumimoji="1" lang="ja-JP" altLang="en-US" smtClean="0"/>
              <a:t>2026/6/24</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25E816E5-CA5D-41A0-8611-4C8FD76629A6}" type="slidenum">
              <a:rPr kumimoji="1" lang="ja-JP" altLang="en-US" smtClean="0"/>
              <a:t>‹#›</a:t>
            </a:fld>
            <a:endParaRPr kumimoji="1" lang="ja-JP" altLang="en-US"/>
          </a:p>
        </p:txBody>
      </p:sp>
    </p:spTree>
    <p:extLst>
      <p:ext uri="{BB962C8B-B14F-4D97-AF65-F5344CB8AC3E}">
        <p14:creationId xmlns:p14="http://schemas.microsoft.com/office/powerpoint/2010/main" val="24678399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p:cNvSpPr>
            <a:spLocks noGrp="1"/>
          </p:cNvSpPr>
          <p:nvPr>
            <p:ph type="dt" sz="half" idx="10"/>
          </p:nvPr>
        </p:nvSpPr>
        <p:spPr/>
        <p:txBody>
          <a:bodyPr/>
          <a:lstStyle/>
          <a:p>
            <a:fld id="{AA1AE8C7-73AF-44D9-9BCA-335513F90FD7}" type="datetimeFigureOut">
              <a:rPr kumimoji="1" lang="ja-JP" altLang="en-US" smtClean="0"/>
              <a:t>2026/6/24</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25E816E5-CA5D-41A0-8611-4C8FD76629A6}" type="slidenum">
              <a:rPr kumimoji="1" lang="ja-JP" altLang="en-US" smtClean="0"/>
              <a:t>‹#›</a:t>
            </a:fld>
            <a:endParaRPr kumimoji="1" lang="ja-JP" altLang="en-US"/>
          </a:p>
        </p:txBody>
      </p:sp>
    </p:spTree>
    <p:extLst>
      <p:ext uri="{BB962C8B-B14F-4D97-AF65-F5344CB8AC3E}">
        <p14:creationId xmlns:p14="http://schemas.microsoft.com/office/powerpoint/2010/main" val="11047347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p:cNvSpPr>
            <a:spLocks noGrp="1"/>
          </p:cNvSpPr>
          <p:nvPr>
            <p:ph type="dt" sz="half" idx="10"/>
          </p:nvPr>
        </p:nvSpPr>
        <p:spPr/>
        <p:txBody>
          <a:bodyPr/>
          <a:lstStyle/>
          <a:p>
            <a:fld id="{AA1AE8C7-73AF-44D9-9BCA-335513F90FD7}" type="datetimeFigureOut">
              <a:rPr kumimoji="1" lang="ja-JP" altLang="en-US" smtClean="0"/>
              <a:t>2026/6/24</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25E816E5-CA5D-41A0-8611-4C8FD76629A6}" type="slidenum">
              <a:rPr kumimoji="1" lang="ja-JP" altLang="en-US" smtClean="0"/>
              <a:t>‹#›</a:t>
            </a:fld>
            <a:endParaRPr kumimoji="1" lang="ja-JP" altLang="en-US"/>
          </a:p>
        </p:txBody>
      </p:sp>
    </p:spTree>
    <p:extLst>
      <p:ext uri="{BB962C8B-B14F-4D97-AF65-F5344CB8AC3E}">
        <p14:creationId xmlns:p14="http://schemas.microsoft.com/office/powerpoint/2010/main" val="21227129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p:cNvSpPr>
            <a:spLocks noGrp="1"/>
          </p:cNvSpPr>
          <p:nvPr>
            <p:ph type="dt" sz="half" idx="10"/>
          </p:nvPr>
        </p:nvSpPr>
        <p:spPr/>
        <p:txBody>
          <a:bodyPr/>
          <a:lstStyle/>
          <a:p>
            <a:fld id="{AA1AE8C7-73AF-44D9-9BCA-335513F90FD7}" type="datetimeFigureOut">
              <a:rPr kumimoji="1" lang="ja-JP" altLang="en-US" smtClean="0"/>
              <a:t>2026/6/24</a:t>
            </a:fld>
            <a:endParaRPr kumimoji="1" lang="ja-JP" altLang="en-US"/>
          </a:p>
        </p:txBody>
      </p:sp>
      <p:sp>
        <p:nvSpPr>
          <p:cNvPr id="8" name="フッター プレースホルダー 7"/>
          <p:cNvSpPr>
            <a:spLocks noGrp="1"/>
          </p:cNvSpPr>
          <p:nvPr>
            <p:ph type="ftr" sz="quarter" idx="11"/>
          </p:nvPr>
        </p:nvSpPr>
        <p:spPr/>
        <p:txBody>
          <a:bodyPr/>
          <a:lstStyle/>
          <a:p>
            <a:endParaRPr kumimoji="1" lang="ja-JP" altLang="en-US"/>
          </a:p>
        </p:txBody>
      </p:sp>
      <p:sp>
        <p:nvSpPr>
          <p:cNvPr id="9" name="スライド番号プレースホルダー 8"/>
          <p:cNvSpPr>
            <a:spLocks noGrp="1"/>
          </p:cNvSpPr>
          <p:nvPr>
            <p:ph type="sldNum" sz="quarter" idx="12"/>
          </p:nvPr>
        </p:nvSpPr>
        <p:spPr/>
        <p:txBody>
          <a:bodyPr/>
          <a:lstStyle/>
          <a:p>
            <a:fld id="{25E816E5-CA5D-41A0-8611-4C8FD76629A6}" type="slidenum">
              <a:rPr kumimoji="1" lang="ja-JP" altLang="en-US" smtClean="0"/>
              <a:t>‹#›</a:t>
            </a:fld>
            <a:endParaRPr kumimoji="1" lang="ja-JP" altLang="en-US"/>
          </a:p>
        </p:txBody>
      </p:sp>
    </p:spTree>
    <p:extLst>
      <p:ext uri="{BB962C8B-B14F-4D97-AF65-F5344CB8AC3E}">
        <p14:creationId xmlns:p14="http://schemas.microsoft.com/office/powerpoint/2010/main" val="27647066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日付プレースホルダー 2"/>
          <p:cNvSpPr>
            <a:spLocks noGrp="1"/>
          </p:cNvSpPr>
          <p:nvPr>
            <p:ph type="dt" sz="half" idx="10"/>
          </p:nvPr>
        </p:nvSpPr>
        <p:spPr/>
        <p:txBody>
          <a:bodyPr/>
          <a:lstStyle/>
          <a:p>
            <a:fld id="{AA1AE8C7-73AF-44D9-9BCA-335513F90FD7}" type="datetimeFigureOut">
              <a:rPr kumimoji="1" lang="ja-JP" altLang="en-US" smtClean="0"/>
              <a:t>2026/6/24</a:t>
            </a:fld>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sp>
        <p:nvSpPr>
          <p:cNvPr id="5" name="スライド番号プレースホルダー 4"/>
          <p:cNvSpPr>
            <a:spLocks noGrp="1"/>
          </p:cNvSpPr>
          <p:nvPr>
            <p:ph type="sldNum" sz="quarter" idx="12"/>
          </p:nvPr>
        </p:nvSpPr>
        <p:spPr/>
        <p:txBody>
          <a:bodyPr/>
          <a:lstStyle/>
          <a:p>
            <a:fld id="{25E816E5-CA5D-41A0-8611-4C8FD76629A6}" type="slidenum">
              <a:rPr kumimoji="1" lang="ja-JP" altLang="en-US" smtClean="0"/>
              <a:t>‹#›</a:t>
            </a:fld>
            <a:endParaRPr kumimoji="1" lang="ja-JP" altLang="en-US"/>
          </a:p>
        </p:txBody>
      </p:sp>
    </p:spTree>
    <p:extLst>
      <p:ext uri="{BB962C8B-B14F-4D97-AF65-F5344CB8AC3E}">
        <p14:creationId xmlns:p14="http://schemas.microsoft.com/office/powerpoint/2010/main" val="7382393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AA1AE8C7-73AF-44D9-9BCA-335513F90FD7}" type="datetimeFigureOut">
              <a:rPr kumimoji="1" lang="ja-JP" altLang="en-US" smtClean="0"/>
              <a:t>2026/6/24</a:t>
            </a:fld>
            <a:endParaRPr kumimoji="1" lang="ja-JP" altLang="en-US"/>
          </a:p>
        </p:txBody>
      </p:sp>
      <p:sp>
        <p:nvSpPr>
          <p:cNvPr id="3" name="フッター プレースホルダー 2"/>
          <p:cNvSpPr>
            <a:spLocks noGrp="1"/>
          </p:cNvSpPr>
          <p:nvPr>
            <p:ph type="ftr" sz="quarter" idx="11"/>
          </p:nvPr>
        </p:nvSpPr>
        <p:spPr/>
        <p:txBody>
          <a:bodyPr/>
          <a:lstStyle/>
          <a:p>
            <a:endParaRPr kumimoji="1" lang="ja-JP" altLang="en-US"/>
          </a:p>
        </p:txBody>
      </p:sp>
      <p:sp>
        <p:nvSpPr>
          <p:cNvPr id="4" name="スライド番号プレースホルダー 3"/>
          <p:cNvSpPr>
            <a:spLocks noGrp="1"/>
          </p:cNvSpPr>
          <p:nvPr>
            <p:ph type="sldNum" sz="quarter" idx="12"/>
          </p:nvPr>
        </p:nvSpPr>
        <p:spPr/>
        <p:txBody>
          <a:bodyPr/>
          <a:lstStyle/>
          <a:p>
            <a:fld id="{25E816E5-CA5D-41A0-8611-4C8FD76629A6}" type="slidenum">
              <a:rPr kumimoji="1" lang="ja-JP" altLang="en-US" smtClean="0"/>
              <a:t>‹#›</a:t>
            </a:fld>
            <a:endParaRPr kumimoji="1" lang="ja-JP" altLang="en-US"/>
          </a:p>
        </p:txBody>
      </p:sp>
    </p:spTree>
    <p:extLst>
      <p:ext uri="{BB962C8B-B14F-4D97-AF65-F5344CB8AC3E}">
        <p14:creationId xmlns:p14="http://schemas.microsoft.com/office/powerpoint/2010/main" val="11939030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AA1AE8C7-73AF-44D9-9BCA-335513F90FD7}" type="datetimeFigureOut">
              <a:rPr kumimoji="1" lang="ja-JP" altLang="en-US" smtClean="0"/>
              <a:t>2026/6/24</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25E816E5-CA5D-41A0-8611-4C8FD76629A6}" type="slidenum">
              <a:rPr kumimoji="1" lang="ja-JP" altLang="en-US" smtClean="0"/>
              <a:t>‹#›</a:t>
            </a:fld>
            <a:endParaRPr kumimoji="1" lang="ja-JP" altLang="en-US"/>
          </a:p>
        </p:txBody>
      </p:sp>
    </p:spTree>
    <p:extLst>
      <p:ext uri="{BB962C8B-B14F-4D97-AF65-F5344CB8AC3E}">
        <p14:creationId xmlns:p14="http://schemas.microsoft.com/office/powerpoint/2010/main" val="13895309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AA1AE8C7-73AF-44D9-9BCA-335513F90FD7}" type="datetimeFigureOut">
              <a:rPr kumimoji="1" lang="ja-JP" altLang="en-US" smtClean="0"/>
              <a:t>2026/6/24</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25E816E5-CA5D-41A0-8611-4C8FD76629A6}" type="slidenum">
              <a:rPr kumimoji="1" lang="ja-JP" altLang="en-US" smtClean="0"/>
              <a:t>‹#›</a:t>
            </a:fld>
            <a:endParaRPr kumimoji="1" lang="ja-JP" altLang="en-US"/>
          </a:p>
        </p:txBody>
      </p:sp>
    </p:spTree>
    <p:extLst>
      <p:ext uri="{BB962C8B-B14F-4D97-AF65-F5344CB8AC3E}">
        <p14:creationId xmlns:p14="http://schemas.microsoft.com/office/powerpoint/2010/main" val="18744675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AA1AE8C7-73AF-44D9-9BCA-335513F90FD7}" type="datetimeFigureOut">
              <a:rPr kumimoji="1" lang="ja-JP" altLang="en-US" smtClean="0"/>
              <a:t>2026/6/24</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25E816E5-CA5D-41A0-8611-4C8FD76629A6}" type="slidenum">
              <a:rPr kumimoji="1" lang="ja-JP" altLang="en-US" smtClean="0"/>
              <a:t>‹#›</a:t>
            </a:fld>
            <a:endParaRPr kumimoji="1" lang="ja-JP" altLang="en-US"/>
          </a:p>
        </p:txBody>
      </p:sp>
    </p:spTree>
    <p:extLst>
      <p:ext uri="{BB962C8B-B14F-4D97-AF65-F5344CB8AC3E}">
        <p14:creationId xmlns:p14="http://schemas.microsoft.com/office/powerpoint/2010/main" val="17214914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AA1AE8C7-73AF-44D9-9BCA-335513F90FD7}" type="datetimeFigureOut">
              <a:rPr kumimoji="1" lang="ja-JP" altLang="en-US" smtClean="0"/>
              <a:t>2026/6/24</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25E816E5-CA5D-41A0-8611-4C8FD76629A6}" type="slidenum">
              <a:rPr kumimoji="1" lang="ja-JP" altLang="en-US" smtClean="0"/>
              <a:t>‹#›</a:t>
            </a:fld>
            <a:endParaRPr kumimoji="1" lang="ja-JP" altLang="en-US"/>
          </a:p>
        </p:txBody>
      </p:sp>
    </p:spTree>
    <p:extLst>
      <p:ext uri="{BB962C8B-B14F-4D97-AF65-F5344CB8AC3E}">
        <p14:creationId xmlns:p14="http://schemas.microsoft.com/office/powerpoint/2010/main" val="12155743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タイトルとコンテンツ">
  <p:cSld name="1_タイトルとコンテンツ">
    <p:spTree>
      <p:nvGrpSpPr>
        <p:cNvPr id="1" name="Shape 23"/>
        <p:cNvGrpSpPr/>
        <p:nvPr/>
      </p:nvGrpSpPr>
      <p:grpSpPr>
        <a:xfrm>
          <a:off x="0" y="0"/>
          <a:ext cx="0" cy="0"/>
          <a:chOff x="0" y="0"/>
          <a:chExt cx="0" cy="0"/>
        </a:xfrm>
      </p:grpSpPr>
      <p:sp>
        <p:nvSpPr>
          <p:cNvPr id="24" name="Google Shape;24;p6"/>
          <p:cNvSpPr/>
          <p:nvPr/>
        </p:nvSpPr>
        <p:spPr>
          <a:xfrm>
            <a:off x="-108304" y="-114291"/>
            <a:ext cx="12493592" cy="7106106"/>
          </a:xfrm>
          <a:prstGeom prst="rect">
            <a:avLst/>
          </a:prstGeom>
          <a:solidFill>
            <a:srgbClr val="F2F2F2"/>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5" name="Google Shape;25;p6"/>
          <p:cNvSpPr txBox="1">
            <a:spLocks noGrp="1"/>
          </p:cNvSpPr>
          <p:nvPr>
            <p:ph type="title"/>
          </p:nvPr>
        </p:nvSpPr>
        <p:spPr>
          <a:xfrm>
            <a:off x="277895" y="109030"/>
            <a:ext cx="9778315" cy="66713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4400"/>
              <a:buFont typeface="MS Gothic"/>
              <a:buNone/>
              <a:defRPr b="1">
                <a:latin typeface="MS Gothic"/>
                <a:ea typeface="MS Gothic"/>
                <a:cs typeface="MS Gothic"/>
                <a:sym typeface="MS Gothic"/>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6"/>
          <p:cNvSpPr txBox="1">
            <a:spLocks noGrp="1"/>
          </p:cNvSpPr>
          <p:nvPr>
            <p:ph type="body" idx="1"/>
          </p:nvPr>
        </p:nvSpPr>
        <p:spPr>
          <a:xfrm>
            <a:off x="277894" y="994018"/>
            <a:ext cx="11614847" cy="519545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 name="Google Shape;27;p6"/>
          <p:cNvSpPr txBox="1">
            <a:spLocks noGrp="1"/>
          </p:cNvSpPr>
          <p:nvPr>
            <p:ph type="dt" idx="10"/>
          </p:nvPr>
        </p:nvSpPr>
        <p:spPr>
          <a:xfrm>
            <a:off x="838200" y="6356352"/>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28" name="Google Shape;28;p6"/>
          <p:cNvSpPr txBox="1">
            <a:spLocks noGrp="1"/>
          </p:cNvSpPr>
          <p:nvPr>
            <p:ph type="ftr" idx="11"/>
          </p:nvPr>
        </p:nvSpPr>
        <p:spPr>
          <a:xfrm>
            <a:off x="4038600" y="6356352"/>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29" name="Google Shape;29;p6"/>
          <p:cNvSpPr/>
          <p:nvPr/>
        </p:nvSpPr>
        <p:spPr>
          <a:xfrm>
            <a:off x="255520" y="763347"/>
            <a:ext cx="10190503" cy="63792"/>
          </a:xfrm>
          <a:prstGeom prst="rect">
            <a:avLst/>
          </a:prstGeom>
          <a:solidFill>
            <a:srgbClr val="2E75B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350"/>
              <a:buFont typeface="Calibri"/>
              <a:buNone/>
            </a:pPr>
            <a:endParaRPr sz="1350" b="0" i="0" u="none" strike="noStrike" cap="none">
              <a:solidFill>
                <a:schemeClr val="lt1"/>
              </a:solidFill>
              <a:latin typeface="Calibri"/>
              <a:ea typeface="Calibri"/>
              <a:cs typeface="Calibri"/>
              <a:sym typeface="Calibri"/>
            </a:endParaRPr>
          </a:p>
        </p:txBody>
      </p:sp>
      <p:sp>
        <p:nvSpPr>
          <p:cNvPr id="33" name="Google Shape;33;p6"/>
          <p:cNvSpPr txBox="1">
            <a:spLocks noGrp="1"/>
          </p:cNvSpPr>
          <p:nvPr>
            <p:ph type="sldNum" idx="12"/>
          </p:nvPr>
        </p:nvSpPr>
        <p:spPr>
          <a:xfrm>
            <a:off x="11444346" y="-71929"/>
            <a:ext cx="896789" cy="476682"/>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dk1"/>
              </a:buClr>
              <a:buSzPts val="2800"/>
              <a:buFont typeface="Calibri"/>
              <a:buNone/>
              <a:defRPr sz="2800" b="1" i="0" u="none" strike="noStrike" cap="none">
                <a:solidFill>
                  <a:schemeClr val="dk1"/>
                </a:solidFill>
                <a:latin typeface="Calibri"/>
                <a:ea typeface="Calibri"/>
                <a:cs typeface="Calibri"/>
                <a:sym typeface="Calibri"/>
              </a:defRPr>
            </a:lvl1pPr>
            <a:lvl2pPr marL="0" marR="0" lvl="1" indent="0" algn="r">
              <a:lnSpc>
                <a:spcPct val="100000"/>
              </a:lnSpc>
              <a:spcBef>
                <a:spcPts val="0"/>
              </a:spcBef>
              <a:spcAft>
                <a:spcPts val="0"/>
              </a:spcAft>
              <a:buClr>
                <a:schemeClr val="dk1"/>
              </a:buClr>
              <a:buSzPts val="2800"/>
              <a:buFont typeface="Calibri"/>
              <a:buNone/>
              <a:defRPr sz="2800" b="1" i="0" u="none" strike="noStrike" cap="none">
                <a:solidFill>
                  <a:schemeClr val="dk1"/>
                </a:solidFill>
                <a:latin typeface="Calibri"/>
                <a:ea typeface="Calibri"/>
                <a:cs typeface="Calibri"/>
                <a:sym typeface="Calibri"/>
              </a:defRPr>
            </a:lvl2pPr>
            <a:lvl3pPr marL="0" marR="0" lvl="2" indent="0" algn="r">
              <a:lnSpc>
                <a:spcPct val="100000"/>
              </a:lnSpc>
              <a:spcBef>
                <a:spcPts val="0"/>
              </a:spcBef>
              <a:spcAft>
                <a:spcPts val="0"/>
              </a:spcAft>
              <a:buClr>
                <a:schemeClr val="dk1"/>
              </a:buClr>
              <a:buSzPts val="2800"/>
              <a:buFont typeface="Calibri"/>
              <a:buNone/>
              <a:defRPr sz="2800" b="1" i="0" u="none" strike="noStrike" cap="none">
                <a:solidFill>
                  <a:schemeClr val="dk1"/>
                </a:solidFill>
                <a:latin typeface="Calibri"/>
                <a:ea typeface="Calibri"/>
                <a:cs typeface="Calibri"/>
                <a:sym typeface="Calibri"/>
              </a:defRPr>
            </a:lvl3pPr>
            <a:lvl4pPr marL="0" marR="0" lvl="3" indent="0" algn="r">
              <a:lnSpc>
                <a:spcPct val="100000"/>
              </a:lnSpc>
              <a:spcBef>
                <a:spcPts val="0"/>
              </a:spcBef>
              <a:spcAft>
                <a:spcPts val="0"/>
              </a:spcAft>
              <a:buClr>
                <a:schemeClr val="dk1"/>
              </a:buClr>
              <a:buSzPts val="2800"/>
              <a:buFont typeface="Calibri"/>
              <a:buNone/>
              <a:defRPr sz="2800" b="1" i="0" u="none" strike="noStrike" cap="none">
                <a:solidFill>
                  <a:schemeClr val="dk1"/>
                </a:solidFill>
                <a:latin typeface="Calibri"/>
                <a:ea typeface="Calibri"/>
                <a:cs typeface="Calibri"/>
                <a:sym typeface="Calibri"/>
              </a:defRPr>
            </a:lvl4pPr>
            <a:lvl5pPr marL="0" marR="0" lvl="4" indent="0" algn="r">
              <a:lnSpc>
                <a:spcPct val="100000"/>
              </a:lnSpc>
              <a:spcBef>
                <a:spcPts val="0"/>
              </a:spcBef>
              <a:spcAft>
                <a:spcPts val="0"/>
              </a:spcAft>
              <a:buClr>
                <a:schemeClr val="dk1"/>
              </a:buClr>
              <a:buSzPts val="2800"/>
              <a:buFont typeface="Calibri"/>
              <a:buNone/>
              <a:defRPr sz="2800" b="1" i="0" u="none" strike="noStrike" cap="none">
                <a:solidFill>
                  <a:schemeClr val="dk1"/>
                </a:solidFill>
                <a:latin typeface="Calibri"/>
                <a:ea typeface="Calibri"/>
                <a:cs typeface="Calibri"/>
                <a:sym typeface="Calibri"/>
              </a:defRPr>
            </a:lvl5pPr>
            <a:lvl6pPr marL="0" marR="0" lvl="5" indent="0" algn="r">
              <a:lnSpc>
                <a:spcPct val="100000"/>
              </a:lnSpc>
              <a:spcBef>
                <a:spcPts val="0"/>
              </a:spcBef>
              <a:spcAft>
                <a:spcPts val="0"/>
              </a:spcAft>
              <a:buClr>
                <a:schemeClr val="dk1"/>
              </a:buClr>
              <a:buSzPts val="2800"/>
              <a:buFont typeface="Calibri"/>
              <a:buNone/>
              <a:defRPr sz="2800" b="1" i="0" u="none" strike="noStrike" cap="none">
                <a:solidFill>
                  <a:schemeClr val="dk1"/>
                </a:solidFill>
                <a:latin typeface="Calibri"/>
                <a:ea typeface="Calibri"/>
                <a:cs typeface="Calibri"/>
                <a:sym typeface="Calibri"/>
              </a:defRPr>
            </a:lvl6pPr>
            <a:lvl7pPr marL="0" marR="0" lvl="6" indent="0" algn="r">
              <a:lnSpc>
                <a:spcPct val="100000"/>
              </a:lnSpc>
              <a:spcBef>
                <a:spcPts val="0"/>
              </a:spcBef>
              <a:spcAft>
                <a:spcPts val="0"/>
              </a:spcAft>
              <a:buClr>
                <a:schemeClr val="dk1"/>
              </a:buClr>
              <a:buSzPts val="2800"/>
              <a:buFont typeface="Calibri"/>
              <a:buNone/>
              <a:defRPr sz="2800" b="1" i="0" u="none" strike="noStrike" cap="none">
                <a:solidFill>
                  <a:schemeClr val="dk1"/>
                </a:solidFill>
                <a:latin typeface="Calibri"/>
                <a:ea typeface="Calibri"/>
                <a:cs typeface="Calibri"/>
                <a:sym typeface="Calibri"/>
              </a:defRPr>
            </a:lvl7pPr>
            <a:lvl8pPr marL="0" marR="0" lvl="7" indent="0" algn="r">
              <a:lnSpc>
                <a:spcPct val="100000"/>
              </a:lnSpc>
              <a:spcBef>
                <a:spcPts val="0"/>
              </a:spcBef>
              <a:spcAft>
                <a:spcPts val="0"/>
              </a:spcAft>
              <a:buClr>
                <a:schemeClr val="dk1"/>
              </a:buClr>
              <a:buSzPts val="2800"/>
              <a:buFont typeface="Calibri"/>
              <a:buNone/>
              <a:defRPr sz="2800" b="1" i="0" u="none" strike="noStrike" cap="none">
                <a:solidFill>
                  <a:schemeClr val="dk1"/>
                </a:solidFill>
                <a:latin typeface="Calibri"/>
                <a:ea typeface="Calibri"/>
                <a:cs typeface="Calibri"/>
                <a:sym typeface="Calibri"/>
              </a:defRPr>
            </a:lvl8pPr>
            <a:lvl9pPr marL="0" marR="0" lvl="8" indent="0" algn="r">
              <a:lnSpc>
                <a:spcPct val="100000"/>
              </a:lnSpc>
              <a:spcBef>
                <a:spcPts val="0"/>
              </a:spcBef>
              <a:spcAft>
                <a:spcPts val="0"/>
              </a:spcAft>
              <a:buClr>
                <a:schemeClr val="dk1"/>
              </a:buClr>
              <a:buSzPts val="2800"/>
              <a:buFont typeface="Calibri"/>
              <a:buNone/>
              <a:defRPr sz="2800" b="1" i="0" u="none" strike="noStrike" cap="none">
                <a:solidFill>
                  <a:schemeClr val="dk1"/>
                </a:solidFill>
                <a:latin typeface="Calibri"/>
                <a:ea typeface="Calibri"/>
                <a:cs typeface="Calibri"/>
                <a:sym typeface="Calibri"/>
              </a:defRPr>
            </a:lvl9pPr>
          </a:lstStyle>
          <a:p>
            <a:fld id="{00000000-1234-1234-1234-123412341234}" type="slidenum">
              <a:rPr lang="en-US" altLang="ja-JP" smtClean="0"/>
              <a:pPr/>
              <a:t>‹#›</a:t>
            </a:fld>
            <a:endParaRPr lang="ja-JP" altLang="en-US"/>
          </a:p>
        </p:txBody>
      </p:sp>
      <p:sp>
        <p:nvSpPr>
          <p:cNvPr id="2" name="Google Shape;29;p6">
            <a:extLst>
              <a:ext uri="{FF2B5EF4-FFF2-40B4-BE49-F238E27FC236}">
                <a16:creationId xmlns:a16="http://schemas.microsoft.com/office/drawing/2014/main" id="{8554DE24-9D8E-6F65-328D-E28FC33C9C38}"/>
              </a:ext>
            </a:extLst>
          </p:cNvPr>
          <p:cNvSpPr/>
          <p:nvPr userDrawn="1"/>
        </p:nvSpPr>
        <p:spPr>
          <a:xfrm>
            <a:off x="1902107" y="820394"/>
            <a:ext cx="10190503" cy="63792"/>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350"/>
              <a:buFont typeface="Calibri"/>
              <a:buNone/>
            </a:pPr>
            <a:endParaRPr sz="1350" b="0" i="0" u="none" strike="noStrike" cap="none">
              <a:solidFill>
                <a:schemeClr val="lt1"/>
              </a:solidFill>
              <a:latin typeface="Calibri"/>
              <a:ea typeface="Calibri"/>
              <a:cs typeface="Calibri"/>
              <a:sym typeface="Calibri"/>
            </a:endParaRPr>
          </a:p>
        </p:txBody>
      </p:sp>
    </p:spTree>
    <p:extLst>
      <p:ext uri="{BB962C8B-B14F-4D97-AF65-F5344CB8AC3E}">
        <p14:creationId xmlns:p14="http://schemas.microsoft.com/office/powerpoint/2010/main" val="41639530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367553" y="309282"/>
            <a:ext cx="11492753" cy="927847"/>
          </a:xfrm>
          <a:prstGeom prst="rect">
            <a:avLst/>
          </a:prstGeom>
        </p:spPr>
        <p:txBody>
          <a:bodyPr vert="horz" lIns="91440" tIns="45720" rIns="91440" bIns="45720" rtlCol="0" anchor="ctr">
            <a:normAutofit/>
          </a:bodyPr>
          <a:lstStyle/>
          <a:p>
            <a:r>
              <a:rPr kumimoji="1" lang="ja-JP" altLang="en-US" dirty="0"/>
              <a:t>マスター タイトルの書式設定</a:t>
            </a:r>
          </a:p>
        </p:txBody>
      </p:sp>
      <p:sp>
        <p:nvSpPr>
          <p:cNvPr id="3" name="テキスト プレースホルダー 2"/>
          <p:cNvSpPr>
            <a:spLocks noGrp="1"/>
          </p:cNvSpPr>
          <p:nvPr>
            <p:ph type="body" idx="1"/>
          </p:nvPr>
        </p:nvSpPr>
        <p:spPr>
          <a:xfrm>
            <a:off x="367553" y="1497106"/>
            <a:ext cx="11492753" cy="5224369"/>
          </a:xfrm>
          <a:prstGeom prst="rect">
            <a:avLst/>
          </a:prstGeom>
        </p:spPr>
        <p:txBody>
          <a:bodyPr vert="horz" lIns="91440" tIns="45720" rIns="91440" bIns="45720" rtlCol="0">
            <a:normAutofit/>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4" name="日付プレースホルダー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A1AE8C7-73AF-44D9-9BCA-335513F90FD7}" type="datetimeFigureOut">
              <a:rPr kumimoji="1" lang="ja-JP" altLang="en-US" smtClean="0"/>
              <a:t>2026/6/24</a:t>
            </a:fld>
            <a:endParaRPr kumimoji="1" lang="ja-JP" altLang="en-US"/>
          </a:p>
        </p:txBody>
      </p:sp>
      <p:sp>
        <p:nvSpPr>
          <p:cNvPr id="5" name="フッター プレースホルダー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p:cNvSpPr>
            <a:spLocks noGrp="1"/>
          </p:cNvSpPr>
          <p:nvPr>
            <p:ph type="sldNum" sz="quarter" idx="4"/>
          </p:nvPr>
        </p:nvSpPr>
        <p:spPr>
          <a:xfrm>
            <a:off x="9448800" y="49305"/>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5E816E5-CA5D-41A0-8611-4C8FD76629A6}" type="slidenum">
              <a:rPr kumimoji="1" lang="ja-JP" altLang="en-US" smtClean="0"/>
              <a:t>‹#›</a:t>
            </a:fld>
            <a:endParaRPr kumimoji="1" lang="ja-JP" altLang="en-US"/>
          </a:p>
        </p:txBody>
      </p:sp>
    </p:spTree>
    <p:extLst>
      <p:ext uri="{BB962C8B-B14F-4D97-AF65-F5344CB8AC3E}">
        <p14:creationId xmlns:p14="http://schemas.microsoft.com/office/powerpoint/2010/main" val="34946749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kumimoji="1" sz="4400" kern="1200">
          <a:solidFill>
            <a:schemeClr val="accent2">
              <a:lumMod val="75000"/>
            </a:schemeClr>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5">
            <a:lumMod val="50000"/>
          </a:schemeClr>
        </a:buClr>
        <a:buFont typeface="Wingdings" panose="05000000000000000000" pitchFamily="2" charset="2"/>
        <a:buChar char="n"/>
        <a:defRPr kumimoji="1" sz="3600" kern="1200">
          <a:solidFill>
            <a:schemeClr val="accent5">
              <a:lumMod val="50000"/>
            </a:schemeClr>
          </a:solidFill>
          <a:latin typeface="+mn-lt"/>
          <a:ea typeface="+mn-ea"/>
          <a:cs typeface="+mn-cs"/>
        </a:defRPr>
      </a:lvl1pPr>
      <a:lvl2pPr marL="685800" indent="-228600" algn="l" defTabSz="914400" rtl="0" eaLnBrk="1" latinLnBrk="0" hangingPunct="1">
        <a:lnSpc>
          <a:spcPct val="100000"/>
        </a:lnSpc>
        <a:spcBef>
          <a:spcPts val="500"/>
        </a:spcBef>
        <a:buFont typeface="Wingdings" panose="05000000000000000000" pitchFamily="2" charset="2"/>
        <a:buChar char="Ø"/>
        <a:defRPr kumimoji="1" sz="32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Wingdings" panose="05000000000000000000" pitchFamily="2" charset="2"/>
        <a:buChar char="u"/>
        <a:defRPr kumimoji="1" sz="2800" kern="1200">
          <a:solidFill>
            <a:schemeClr val="accent6">
              <a:lumMod val="50000"/>
            </a:schemeClr>
          </a:solidFill>
          <a:latin typeface="+mn-lt"/>
          <a:ea typeface="+mn-ea"/>
          <a:cs typeface="+mn-cs"/>
        </a:defRPr>
      </a:lvl3pPr>
      <a:lvl4pPr marL="1600200" indent="-228600" algn="l" defTabSz="914400" rtl="0" eaLnBrk="1" latinLnBrk="0" hangingPunct="1">
        <a:lnSpc>
          <a:spcPct val="100000"/>
        </a:lnSpc>
        <a:spcBef>
          <a:spcPts val="500"/>
        </a:spcBef>
        <a:buFont typeface="Wingdings" panose="05000000000000000000" pitchFamily="2" charset="2"/>
        <a:buChar char="ü"/>
        <a:defRPr kumimoji="1" sz="2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kumimoji="1" sz="2000" kern="1200">
          <a:solidFill>
            <a:schemeClr val="accent1">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582706" y="1122363"/>
            <a:ext cx="11071412" cy="2387600"/>
          </a:xfrm>
        </p:spPr>
        <p:txBody>
          <a:bodyPr>
            <a:normAutofit fontScale="90000"/>
          </a:bodyPr>
          <a:lstStyle/>
          <a:p>
            <a:r>
              <a:rPr kumimoji="1" lang="ja-JP" altLang="en-US"/>
              <a:t>メディアコンピューティング</a:t>
            </a:r>
            <a:r>
              <a:rPr kumimoji="1" lang="en-US" altLang="ja-JP" dirty="0"/>
              <a:t>2026</a:t>
            </a:r>
            <a:br>
              <a:rPr lang="en-US" altLang="ja-JP" dirty="0"/>
            </a:br>
            <a:endParaRPr kumimoji="1" lang="ja-JP" altLang="en-US" dirty="0"/>
          </a:p>
        </p:txBody>
      </p:sp>
      <p:sp>
        <p:nvSpPr>
          <p:cNvPr id="3" name="サブタイトル 2"/>
          <p:cNvSpPr>
            <a:spLocks noGrp="1"/>
          </p:cNvSpPr>
          <p:nvPr>
            <p:ph type="subTitle" idx="1"/>
          </p:nvPr>
        </p:nvSpPr>
        <p:spPr>
          <a:xfrm>
            <a:off x="1546412" y="3853050"/>
            <a:ext cx="9144000" cy="1655762"/>
          </a:xfrm>
        </p:spPr>
        <p:txBody>
          <a:bodyPr>
            <a:normAutofit/>
          </a:bodyPr>
          <a:lstStyle/>
          <a:p>
            <a:r>
              <a:rPr lang="ja-JP" altLang="en-US" sz="3600"/>
              <a:t>第</a:t>
            </a:r>
            <a:r>
              <a:rPr lang="en-US" altLang="ja-JP" sz="3600" dirty="0"/>
              <a:t>10</a:t>
            </a:r>
            <a:r>
              <a:rPr lang="ja-JP" altLang="en-US" sz="3600"/>
              <a:t>回　パターン認識</a:t>
            </a:r>
            <a:endParaRPr lang="en-US" altLang="ja-JP" sz="3600" dirty="0"/>
          </a:p>
        </p:txBody>
      </p:sp>
    </p:spTree>
    <p:extLst>
      <p:ext uri="{BB962C8B-B14F-4D97-AF65-F5344CB8AC3E}">
        <p14:creationId xmlns:p14="http://schemas.microsoft.com/office/powerpoint/2010/main" val="21201405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100" name="Google Shape;100;p2"/>
          <p:cNvSpPr txBox="1">
            <a:spLocks noGrp="1"/>
          </p:cNvSpPr>
          <p:nvPr>
            <p:ph type="title"/>
          </p:nvPr>
        </p:nvSpPr>
        <p:spPr>
          <a:xfrm>
            <a:off x="277895" y="109030"/>
            <a:ext cx="9778315" cy="667131"/>
          </a:xfrm>
          <a:noFill/>
          <a:ln>
            <a:noFill/>
          </a:ln>
        </p:spPr>
        <p:txBody>
          <a:bodyPr spcFirstLastPara="1" vert="horz" wrap="square" lIns="91425" tIns="45700" rIns="91425" bIns="45700" rtlCol="0" anchor="ctr" anchorCtr="0">
            <a:normAutofit fontScale="90000"/>
          </a:bodyPr>
          <a:lstStyle/>
          <a:p>
            <a:r>
              <a:rPr lang="ja-JP" altLang="en-US"/>
              <a:t>パターン認識</a:t>
            </a:r>
          </a:p>
        </p:txBody>
      </p:sp>
      <p:sp>
        <p:nvSpPr>
          <p:cNvPr id="3" name="テキスト プレースホルダー 2">
            <a:extLst>
              <a:ext uri="{FF2B5EF4-FFF2-40B4-BE49-F238E27FC236}">
                <a16:creationId xmlns:a16="http://schemas.microsoft.com/office/drawing/2014/main" id="{A3AD2ACC-C1D7-2477-01F5-1789DF6530FF}"/>
              </a:ext>
            </a:extLst>
          </p:cNvPr>
          <p:cNvSpPr>
            <a:spLocks noGrp="1"/>
          </p:cNvSpPr>
          <p:nvPr>
            <p:ph type="body" idx="1"/>
          </p:nvPr>
        </p:nvSpPr>
        <p:spPr>
          <a:xfrm>
            <a:off x="277894" y="994018"/>
            <a:ext cx="11614847" cy="5195455"/>
          </a:xfrm>
        </p:spPr>
        <p:txBody>
          <a:bodyPr>
            <a:noAutofit/>
          </a:bodyPr>
          <a:lstStyle/>
          <a:p>
            <a:r>
              <a:rPr lang="ja-JP" altLang="en-US"/>
              <a:t>観測された画像の特徴を用いてあらかじめ</a:t>
            </a:r>
            <a:endParaRPr lang="en-US" altLang="ja-JP" dirty="0"/>
          </a:p>
          <a:p>
            <a:r>
              <a:rPr lang="ja-JP" altLang="en-US"/>
              <a:t>定められたクラスにその画像を識別する処理</a:t>
            </a:r>
            <a:endParaRPr lang="en-US" altLang="ja-JP" dirty="0"/>
          </a:p>
          <a:p>
            <a:endParaRPr lang="en-US" altLang="ja-JP" dirty="0"/>
          </a:p>
          <a:p>
            <a:pPr lvl="1"/>
            <a:r>
              <a:rPr lang="ja-JP" altLang="en-US"/>
              <a:t>距離計算を用いるアプローチ</a:t>
            </a:r>
            <a:endParaRPr lang="en-US" altLang="ja-JP" dirty="0"/>
          </a:p>
          <a:p>
            <a:pPr lvl="1"/>
            <a:r>
              <a:rPr lang="ja-JP" altLang="en-US"/>
              <a:t>機械学習を用いるアプローチ</a:t>
            </a:r>
            <a:endParaRPr lang="en-US" altLang="ja-JP" dirty="0"/>
          </a:p>
          <a:p>
            <a:pPr lvl="1"/>
            <a:endParaRPr lang="en-US" altLang="ja-JP" dirty="0"/>
          </a:p>
          <a:p>
            <a:endParaRPr lang="en-US" altLang="ja-JP" dirty="0"/>
          </a:p>
          <a:p>
            <a:endParaRPr lang="en-US" altLang="ja-JP" dirty="0"/>
          </a:p>
          <a:p>
            <a:endParaRPr lang="en-US" altLang="ja-JP" dirty="0"/>
          </a:p>
          <a:p>
            <a:endParaRPr lang="en-US" altLang="ja-JP" dirty="0"/>
          </a:p>
          <a:p>
            <a:endParaRPr lang="en-US" altLang="ja-JP" dirty="0"/>
          </a:p>
          <a:p>
            <a:r>
              <a:rPr lang="ja-JP" altLang="en-US"/>
              <a:t>クラス：同じ画像が属する集合</a:t>
            </a:r>
            <a:endParaRPr lang="en-US" altLang="ja-JP" dirty="0"/>
          </a:p>
        </p:txBody>
      </p:sp>
      <p:sp>
        <p:nvSpPr>
          <p:cNvPr id="102" name="Google Shape;102;p2"/>
          <p:cNvSpPr txBox="1">
            <a:spLocks noGrp="1"/>
          </p:cNvSpPr>
          <p:nvPr>
            <p:ph type="sldNum" idx="12"/>
          </p:nvPr>
        </p:nvSpPr>
        <p:spPr>
          <a:xfrm>
            <a:off x="11444346" y="-71929"/>
            <a:ext cx="896789" cy="476682"/>
          </a:xfrm>
          <a:noFill/>
          <a:ln>
            <a:noFill/>
          </a:ln>
        </p:spPr>
        <p:txBody>
          <a:bodyPr spcFirstLastPara="1" vert="horz" wrap="square" lIns="91425" tIns="45700" rIns="91425" bIns="45700" rtlCol="0" anchor="ctr" anchorCtr="0">
            <a:noAutofit/>
          </a:bodyPr>
          <a:lstStyle/>
          <a:p>
            <a:fld id="{00000000-1234-1234-1234-123412341234}" type="slidenum">
              <a:rPr lang="en-US" altLang="ja-JP"/>
              <a:pPr/>
              <a:t>2</a:t>
            </a:fld>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9420B0C-5F3D-9F00-AF71-6EE8A51719F7}"/>
              </a:ext>
            </a:extLst>
          </p:cNvPr>
          <p:cNvSpPr>
            <a:spLocks noGrp="1"/>
          </p:cNvSpPr>
          <p:nvPr>
            <p:ph type="title"/>
          </p:nvPr>
        </p:nvSpPr>
        <p:spPr>
          <a:xfrm>
            <a:off x="277895" y="109030"/>
            <a:ext cx="9778315" cy="667131"/>
          </a:xfrm>
        </p:spPr>
        <p:txBody>
          <a:bodyPr>
            <a:normAutofit fontScale="90000"/>
          </a:bodyPr>
          <a:lstStyle/>
          <a:p>
            <a:r>
              <a:rPr lang="ja-JP" altLang="en-US"/>
              <a:t>距離計算によるパターン認識</a:t>
            </a:r>
          </a:p>
        </p:txBody>
      </p:sp>
      <p:sp>
        <p:nvSpPr>
          <p:cNvPr id="3" name="テキスト プレースホルダー 2">
            <a:extLst>
              <a:ext uri="{FF2B5EF4-FFF2-40B4-BE49-F238E27FC236}">
                <a16:creationId xmlns:a16="http://schemas.microsoft.com/office/drawing/2014/main" id="{8380D8D7-51CC-0537-AC29-245FC04F809D}"/>
              </a:ext>
            </a:extLst>
          </p:cNvPr>
          <p:cNvSpPr>
            <a:spLocks noGrp="1"/>
          </p:cNvSpPr>
          <p:nvPr>
            <p:ph type="body" idx="1"/>
          </p:nvPr>
        </p:nvSpPr>
        <p:spPr>
          <a:xfrm>
            <a:off x="277894" y="994018"/>
            <a:ext cx="11614847" cy="5195455"/>
          </a:xfrm>
        </p:spPr>
        <p:txBody>
          <a:bodyPr>
            <a:normAutofit/>
          </a:bodyPr>
          <a:lstStyle/>
          <a:p>
            <a:r>
              <a:rPr lang="ja-JP" altLang="en-US" sz="2800"/>
              <a:t>クラスごとに分類された学習用の画像群から特徴抽出を行い</a:t>
            </a:r>
            <a:br>
              <a:rPr lang="en-US" altLang="ja-JP" sz="2800" dirty="0"/>
            </a:br>
            <a:r>
              <a:rPr lang="ja-JP" altLang="en-US" sz="2800"/>
              <a:t>辞書を作成しテスト画像の特徴との距離計算で最小距離を判定</a:t>
            </a:r>
          </a:p>
        </p:txBody>
      </p:sp>
      <p:sp>
        <p:nvSpPr>
          <p:cNvPr id="4" name="スライド番号プレースホルダー 3">
            <a:extLst>
              <a:ext uri="{FF2B5EF4-FFF2-40B4-BE49-F238E27FC236}">
                <a16:creationId xmlns:a16="http://schemas.microsoft.com/office/drawing/2014/main" id="{894D7E03-7F7E-C596-C108-7AEBDF238339}"/>
              </a:ext>
            </a:extLst>
          </p:cNvPr>
          <p:cNvSpPr>
            <a:spLocks noGrp="1"/>
          </p:cNvSpPr>
          <p:nvPr>
            <p:ph type="sldNum" idx="12"/>
          </p:nvPr>
        </p:nvSpPr>
        <p:spPr>
          <a:xfrm>
            <a:off x="11444346" y="-71929"/>
            <a:ext cx="896789" cy="476682"/>
          </a:xfrm>
        </p:spPr>
        <p:txBody>
          <a:bodyPr/>
          <a:lstStyle/>
          <a:p>
            <a:fld id="{00000000-1234-1234-1234-123412341234}" type="slidenum">
              <a:rPr lang="en-US" altLang="ja-JP" smtClean="0"/>
              <a:pPr/>
              <a:t>3</a:t>
            </a:fld>
            <a:endParaRPr lang="ja-JP" altLang="en-US"/>
          </a:p>
        </p:txBody>
      </p:sp>
      <p:sp>
        <p:nvSpPr>
          <p:cNvPr id="5" name="Google Shape;99;p2">
            <a:extLst>
              <a:ext uri="{FF2B5EF4-FFF2-40B4-BE49-F238E27FC236}">
                <a16:creationId xmlns:a16="http://schemas.microsoft.com/office/drawing/2014/main" id="{D64F9438-01E5-3F0E-31FE-8A54A3A9DD6C}"/>
              </a:ext>
            </a:extLst>
          </p:cNvPr>
          <p:cNvSpPr/>
          <p:nvPr/>
        </p:nvSpPr>
        <p:spPr>
          <a:xfrm>
            <a:off x="1620225" y="2168252"/>
            <a:ext cx="9047700" cy="1847694"/>
          </a:xfrm>
          <a:prstGeom prst="rect">
            <a:avLst/>
          </a:prstGeom>
          <a:solidFill>
            <a:schemeClr val="lt1"/>
          </a:solidFill>
          <a:ln w="9525" cap="flat" cmpd="sng">
            <a:solidFill>
              <a:schemeClr val="dk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sz="1700" b="1" dirty="0"/>
          </a:p>
        </p:txBody>
      </p:sp>
      <p:sp>
        <p:nvSpPr>
          <p:cNvPr id="6" name="Google Shape;103;p2">
            <a:extLst>
              <a:ext uri="{FF2B5EF4-FFF2-40B4-BE49-F238E27FC236}">
                <a16:creationId xmlns:a16="http://schemas.microsoft.com/office/drawing/2014/main" id="{BAE0F06E-9193-D8FE-3101-5862EB25B417}"/>
              </a:ext>
            </a:extLst>
          </p:cNvPr>
          <p:cNvSpPr/>
          <p:nvPr/>
        </p:nvSpPr>
        <p:spPr>
          <a:xfrm>
            <a:off x="1884825" y="2836202"/>
            <a:ext cx="1297500" cy="797100"/>
          </a:xfrm>
          <a:prstGeom prst="rect">
            <a:avLst/>
          </a:prstGeom>
          <a:solidFill>
            <a:srgbClr val="D9EAD3"/>
          </a:solidFill>
          <a:ln w="9525" cap="flat" cmpd="sng">
            <a:solidFill>
              <a:schemeClr val="dk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algn="ctr"/>
            <a:r>
              <a:rPr lang="ja-JP" altLang="en-US" sz="1700" b="1"/>
              <a:t>学習用</a:t>
            </a:r>
            <a:endParaRPr sz="1700" b="1"/>
          </a:p>
          <a:p>
            <a:pPr algn="ctr"/>
            <a:r>
              <a:rPr lang="ja-JP" altLang="en-US" sz="1700" b="1"/>
              <a:t>入力画像群</a:t>
            </a:r>
            <a:endParaRPr sz="1700" b="1"/>
          </a:p>
        </p:txBody>
      </p:sp>
      <p:sp>
        <p:nvSpPr>
          <p:cNvPr id="7" name="Google Shape;104;p2">
            <a:extLst>
              <a:ext uri="{FF2B5EF4-FFF2-40B4-BE49-F238E27FC236}">
                <a16:creationId xmlns:a16="http://schemas.microsoft.com/office/drawing/2014/main" id="{25DF8FD0-9005-8FC6-869A-998DC0ABF3C9}"/>
              </a:ext>
            </a:extLst>
          </p:cNvPr>
          <p:cNvSpPr/>
          <p:nvPr/>
        </p:nvSpPr>
        <p:spPr>
          <a:xfrm>
            <a:off x="3291275" y="2949527"/>
            <a:ext cx="378300" cy="406800"/>
          </a:xfrm>
          <a:prstGeom prst="rightArrow">
            <a:avLst>
              <a:gd name="adj1" fmla="val 50000"/>
              <a:gd name="adj2" fmla="val 50000"/>
            </a:avLst>
          </a:prstGeom>
          <a:solidFill>
            <a:srgbClr val="434343"/>
          </a:solidFill>
          <a:ln>
            <a:noFill/>
          </a:ln>
        </p:spPr>
        <p:txBody>
          <a:bodyPr spcFirstLastPara="1" wrap="square" lIns="91425" tIns="91425" rIns="91425" bIns="91425" anchor="ctr" anchorCtr="0">
            <a:noAutofit/>
          </a:bodyPr>
          <a:lstStyle/>
          <a:p>
            <a:endParaRPr/>
          </a:p>
        </p:txBody>
      </p:sp>
      <p:sp>
        <p:nvSpPr>
          <p:cNvPr id="8" name="Google Shape;105;p2">
            <a:extLst>
              <a:ext uri="{FF2B5EF4-FFF2-40B4-BE49-F238E27FC236}">
                <a16:creationId xmlns:a16="http://schemas.microsoft.com/office/drawing/2014/main" id="{4D8AFD1F-96B0-A013-C6E2-C361249D9E6F}"/>
              </a:ext>
            </a:extLst>
          </p:cNvPr>
          <p:cNvSpPr txBox="1"/>
          <p:nvPr/>
        </p:nvSpPr>
        <p:spPr>
          <a:xfrm>
            <a:off x="3587650" y="2881502"/>
            <a:ext cx="1422300" cy="523200"/>
          </a:xfrm>
          <a:prstGeom prst="rect">
            <a:avLst/>
          </a:prstGeom>
          <a:noFill/>
          <a:ln>
            <a:noFill/>
          </a:ln>
        </p:spPr>
        <p:txBody>
          <a:bodyPr spcFirstLastPara="1" wrap="square" lIns="91425" tIns="91425" rIns="91425" bIns="91425" anchor="t" anchorCtr="0">
            <a:spAutoFit/>
          </a:bodyPr>
          <a:lstStyle/>
          <a:p>
            <a:r>
              <a:rPr lang="ja-JP" altLang="en-US" sz="2200" b="1">
                <a:latin typeface="Calibri"/>
                <a:ea typeface="Calibri"/>
                <a:cs typeface="Calibri"/>
                <a:sym typeface="Calibri"/>
              </a:rPr>
              <a:t>特徴抽出</a:t>
            </a:r>
            <a:endParaRPr sz="2200" b="1">
              <a:latin typeface="Calibri"/>
              <a:ea typeface="Calibri"/>
              <a:cs typeface="Calibri"/>
              <a:sym typeface="Calibri"/>
            </a:endParaRPr>
          </a:p>
        </p:txBody>
      </p:sp>
      <p:sp>
        <p:nvSpPr>
          <p:cNvPr id="9" name="Google Shape;106;p2">
            <a:extLst>
              <a:ext uri="{FF2B5EF4-FFF2-40B4-BE49-F238E27FC236}">
                <a16:creationId xmlns:a16="http://schemas.microsoft.com/office/drawing/2014/main" id="{408ABB93-190C-6B1C-3F79-319561D4D319}"/>
              </a:ext>
            </a:extLst>
          </p:cNvPr>
          <p:cNvSpPr/>
          <p:nvPr/>
        </p:nvSpPr>
        <p:spPr>
          <a:xfrm>
            <a:off x="5232100" y="2881502"/>
            <a:ext cx="1297500" cy="554100"/>
          </a:xfrm>
          <a:prstGeom prst="rect">
            <a:avLst/>
          </a:prstGeom>
          <a:solidFill>
            <a:srgbClr val="B6D7A8"/>
          </a:solidFill>
          <a:ln w="9525" cap="flat" cmpd="sng">
            <a:solidFill>
              <a:schemeClr val="dk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algn="ctr"/>
            <a:r>
              <a:rPr lang="ja-JP" altLang="en-US" sz="1700" b="1"/>
              <a:t>クラス辞書の作成</a:t>
            </a:r>
            <a:endParaRPr sz="1700" b="1" dirty="0"/>
          </a:p>
        </p:txBody>
      </p:sp>
      <p:sp>
        <p:nvSpPr>
          <p:cNvPr id="10" name="Google Shape;107;p2">
            <a:extLst>
              <a:ext uri="{FF2B5EF4-FFF2-40B4-BE49-F238E27FC236}">
                <a16:creationId xmlns:a16="http://schemas.microsoft.com/office/drawing/2014/main" id="{730C4F87-3B00-7FFD-D1CF-2707715B1D02}"/>
              </a:ext>
            </a:extLst>
          </p:cNvPr>
          <p:cNvSpPr/>
          <p:nvPr/>
        </p:nvSpPr>
        <p:spPr>
          <a:xfrm>
            <a:off x="6990655" y="2498441"/>
            <a:ext cx="1700264" cy="370705"/>
          </a:xfrm>
          <a:prstGeom prst="flowChartTerminator">
            <a:avLst/>
          </a:prstGeom>
          <a:solidFill>
            <a:srgbClr val="03919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algn="ctr"/>
            <a:r>
              <a:rPr lang="ja-JP" altLang="en-US" sz="1600" b="1">
                <a:solidFill>
                  <a:schemeClr val="lt1"/>
                </a:solidFill>
              </a:rPr>
              <a:t>クラス</a:t>
            </a:r>
            <a:r>
              <a:rPr lang="en-US" altLang="ja-JP" sz="1600" b="1" dirty="0">
                <a:solidFill>
                  <a:schemeClr val="lt1"/>
                </a:solidFill>
              </a:rPr>
              <a:t>1</a:t>
            </a:r>
            <a:r>
              <a:rPr lang="ja-JP" altLang="en-US" sz="1600" b="1">
                <a:solidFill>
                  <a:schemeClr val="lt1"/>
                </a:solidFill>
              </a:rPr>
              <a:t>の辞書</a:t>
            </a:r>
            <a:endParaRPr sz="1600" b="1" dirty="0">
              <a:solidFill>
                <a:schemeClr val="lt1"/>
              </a:solidFill>
            </a:endParaRPr>
          </a:p>
        </p:txBody>
      </p:sp>
      <p:sp>
        <p:nvSpPr>
          <p:cNvPr id="11" name="Google Shape;109;p2">
            <a:extLst>
              <a:ext uri="{FF2B5EF4-FFF2-40B4-BE49-F238E27FC236}">
                <a16:creationId xmlns:a16="http://schemas.microsoft.com/office/drawing/2014/main" id="{E734A456-B853-199E-D6C8-AFBC974526C7}"/>
              </a:ext>
            </a:extLst>
          </p:cNvPr>
          <p:cNvSpPr/>
          <p:nvPr/>
        </p:nvSpPr>
        <p:spPr>
          <a:xfrm>
            <a:off x="4808200" y="2949527"/>
            <a:ext cx="378300" cy="406800"/>
          </a:xfrm>
          <a:prstGeom prst="rightArrow">
            <a:avLst>
              <a:gd name="adj1" fmla="val 50000"/>
              <a:gd name="adj2" fmla="val 50000"/>
            </a:avLst>
          </a:prstGeom>
          <a:solidFill>
            <a:srgbClr val="434343"/>
          </a:solidFill>
          <a:ln>
            <a:noFill/>
          </a:ln>
        </p:spPr>
        <p:txBody>
          <a:bodyPr spcFirstLastPara="1" wrap="square" lIns="91425" tIns="91425" rIns="91425" bIns="91425" anchor="ctr" anchorCtr="0">
            <a:noAutofit/>
          </a:bodyPr>
          <a:lstStyle/>
          <a:p>
            <a:endParaRPr/>
          </a:p>
        </p:txBody>
      </p:sp>
      <p:sp>
        <p:nvSpPr>
          <p:cNvPr id="12" name="Google Shape;110;p2">
            <a:extLst>
              <a:ext uri="{FF2B5EF4-FFF2-40B4-BE49-F238E27FC236}">
                <a16:creationId xmlns:a16="http://schemas.microsoft.com/office/drawing/2014/main" id="{5F7F7B64-69D3-F807-86D1-1074C604B2B4}"/>
              </a:ext>
            </a:extLst>
          </p:cNvPr>
          <p:cNvSpPr/>
          <p:nvPr/>
        </p:nvSpPr>
        <p:spPr>
          <a:xfrm>
            <a:off x="6591457" y="2955152"/>
            <a:ext cx="378300" cy="406800"/>
          </a:xfrm>
          <a:prstGeom prst="rightArrow">
            <a:avLst>
              <a:gd name="adj1" fmla="val 50000"/>
              <a:gd name="adj2" fmla="val 50000"/>
            </a:avLst>
          </a:prstGeom>
          <a:solidFill>
            <a:srgbClr val="434343"/>
          </a:solidFill>
          <a:ln>
            <a:noFill/>
          </a:ln>
        </p:spPr>
        <p:txBody>
          <a:bodyPr spcFirstLastPara="1" wrap="square" lIns="91425" tIns="91425" rIns="91425" bIns="91425" anchor="ctr" anchorCtr="0">
            <a:noAutofit/>
          </a:bodyPr>
          <a:lstStyle/>
          <a:p>
            <a:endParaRPr/>
          </a:p>
        </p:txBody>
      </p:sp>
      <p:sp>
        <p:nvSpPr>
          <p:cNvPr id="13" name="Google Shape;120;p2">
            <a:extLst>
              <a:ext uri="{FF2B5EF4-FFF2-40B4-BE49-F238E27FC236}">
                <a16:creationId xmlns:a16="http://schemas.microsoft.com/office/drawing/2014/main" id="{CE6B108A-4D77-55A7-7A85-B2E224F0EC72}"/>
              </a:ext>
            </a:extLst>
          </p:cNvPr>
          <p:cNvSpPr/>
          <p:nvPr/>
        </p:nvSpPr>
        <p:spPr>
          <a:xfrm>
            <a:off x="1831500" y="2760002"/>
            <a:ext cx="1297500" cy="797100"/>
          </a:xfrm>
          <a:prstGeom prst="rect">
            <a:avLst/>
          </a:prstGeom>
          <a:solidFill>
            <a:srgbClr val="D9EAD3"/>
          </a:solidFill>
          <a:ln w="9525" cap="flat" cmpd="sng">
            <a:solidFill>
              <a:schemeClr val="dk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algn="ctr"/>
            <a:r>
              <a:rPr lang="ja-JP" altLang="en-US" sz="1700" b="1"/>
              <a:t>学習用</a:t>
            </a:r>
            <a:endParaRPr sz="1700" b="1"/>
          </a:p>
          <a:p>
            <a:pPr algn="ctr"/>
            <a:r>
              <a:rPr lang="ja-JP" altLang="en-US" sz="1700" b="1"/>
              <a:t>入力画像群</a:t>
            </a:r>
            <a:endParaRPr sz="1700" b="1"/>
          </a:p>
        </p:txBody>
      </p:sp>
      <p:sp>
        <p:nvSpPr>
          <p:cNvPr id="14" name="Google Shape;121;p2">
            <a:extLst>
              <a:ext uri="{FF2B5EF4-FFF2-40B4-BE49-F238E27FC236}">
                <a16:creationId xmlns:a16="http://schemas.microsoft.com/office/drawing/2014/main" id="{F1147F64-4197-F7D3-84D1-048C605E28B9}"/>
              </a:ext>
            </a:extLst>
          </p:cNvPr>
          <p:cNvSpPr/>
          <p:nvPr/>
        </p:nvSpPr>
        <p:spPr>
          <a:xfrm>
            <a:off x="1772625" y="2711627"/>
            <a:ext cx="1297500" cy="797100"/>
          </a:xfrm>
          <a:prstGeom prst="rect">
            <a:avLst/>
          </a:prstGeom>
          <a:solidFill>
            <a:srgbClr val="D9EAD3"/>
          </a:solidFill>
          <a:ln w="9525" cap="flat" cmpd="sng">
            <a:solidFill>
              <a:schemeClr val="dk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algn="ctr"/>
            <a:r>
              <a:rPr lang="ja-JP" altLang="en-US" sz="1700" b="1"/>
              <a:t>学習用</a:t>
            </a:r>
            <a:endParaRPr sz="1700" b="1"/>
          </a:p>
          <a:p>
            <a:pPr algn="ctr"/>
            <a:r>
              <a:rPr lang="ja-JP" altLang="en-US" sz="1700" b="1"/>
              <a:t>入力画像群</a:t>
            </a:r>
            <a:endParaRPr sz="1700" b="1"/>
          </a:p>
        </p:txBody>
      </p:sp>
      <p:sp>
        <p:nvSpPr>
          <p:cNvPr id="15" name="Google Shape;128;p2">
            <a:extLst>
              <a:ext uri="{FF2B5EF4-FFF2-40B4-BE49-F238E27FC236}">
                <a16:creationId xmlns:a16="http://schemas.microsoft.com/office/drawing/2014/main" id="{D9A0E3FE-BACB-3500-3D9A-CE2E3A6747F0}"/>
              </a:ext>
            </a:extLst>
          </p:cNvPr>
          <p:cNvSpPr/>
          <p:nvPr/>
        </p:nvSpPr>
        <p:spPr>
          <a:xfrm>
            <a:off x="1620225" y="2168252"/>
            <a:ext cx="2026800" cy="352500"/>
          </a:xfrm>
          <a:prstGeom prst="rect">
            <a:avLst/>
          </a:prstGeom>
          <a:solidFill>
            <a:schemeClr val="lt1"/>
          </a:solidFill>
          <a:ln w="9525" cap="flat" cmpd="sng">
            <a:solidFill>
              <a:schemeClr val="dk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algn="ctr"/>
            <a:r>
              <a:rPr lang="ja-JP" altLang="en-US" sz="1700" b="1"/>
              <a:t>学習</a:t>
            </a:r>
            <a:endParaRPr sz="1700" b="1" dirty="0"/>
          </a:p>
        </p:txBody>
      </p:sp>
      <p:sp>
        <p:nvSpPr>
          <p:cNvPr id="17" name="Google Shape;107;p2">
            <a:extLst>
              <a:ext uri="{FF2B5EF4-FFF2-40B4-BE49-F238E27FC236}">
                <a16:creationId xmlns:a16="http://schemas.microsoft.com/office/drawing/2014/main" id="{9663AC7D-560D-A80F-EA71-013D4767AE8A}"/>
              </a:ext>
            </a:extLst>
          </p:cNvPr>
          <p:cNvSpPr/>
          <p:nvPr/>
        </p:nvSpPr>
        <p:spPr>
          <a:xfrm>
            <a:off x="6990655" y="2924825"/>
            <a:ext cx="1700264" cy="370705"/>
          </a:xfrm>
          <a:prstGeom prst="flowChartTerminator">
            <a:avLst/>
          </a:prstGeom>
          <a:solidFill>
            <a:srgbClr val="03919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algn="ctr"/>
            <a:r>
              <a:rPr lang="ja-JP" altLang="en-US" sz="1600" b="1">
                <a:solidFill>
                  <a:schemeClr val="lt1"/>
                </a:solidFill>
              </a:rPr>
              <a:t>クラス</a:t>
            </a:r>
            <a:r>
              <a:rPr lang="en-US" altLang="ja-JP" sz="1600" b="1" dirty="0">
                <a:solidFill>
                  <a:schemeClr val="lt1"/>
                </a:solidFill>
              </a:rPr>
              <a:t>2</a:t>
            </a:r>
            <a:r>
              <a:rPr lang="ja-JP" altLang="en-US" sz="1600" b="1">
                <a:solidFill>
                  <a:schemeClr val="lt1"/>
                </a:solidFill>
              </a:rPr>
              <a:t>の辞書</a:t>
            </a:r>
            <a:endParaRPr sz="1600" b="1" dirty="0">
              <a:solidFill>
                <a:schemeClr val="lt1"/>
              </a:solidFill>
            </a:endParaRPr>
          </a:p>
        </p:txBody>
      </p:sp>
      <p:sp>
        <p:nvSpPr>
          <p:cNvPr id="18" name="Google Shape;107;p2">
            <a:extLst>
              <a:ext uri="{FF2B5EF4-FFF2-40B4-BE49-F238E27FC236}">
                <a16:creationId xmlns:a16="http://schemas.microsoft.com/office/drawing/2014/main" id="{BD4B955E-91FB-232E-C465-2CB05BABBB84}"/>
              </a:ext>
            </a:extLst>
          </p:cNvPr>
          <p:cNvSpPr/>
          <p:nvPr/>
        </p:nvSpPr>
        <p:spPr>
          <a:xfrm>
            <a:off x="6990655" y="3595227"/>
            <a:ext cx="1700264" cy="370705"/>
          </a:xfrm>
          <a:prstGeom prst="flowChartTerminator">
            <a:avLst/>
          </a:prstGeom>
          <a:solidFill>
            <a:srgbClr val="03919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algn="ctr"/>
            <a:r>
              <a:rPr lang="ja-JP" altLang="en-US" sz="1600" b="1">
                <a:solidFill>
                  <a:schemeClr val="lt1"/>
                </a:solidFill>
              </a:rPr>
              <a:t>クラス</a:t>
            </a:r>
            <a:r>
              <a:rPr lang="en-US" altLang="ja-JP" sz="1600" b="1" dirty="0">
                <a:solidFill>
                  <a:schemeClr val="lt1"/>
                </a:solidFill>
              </a:rPr>
              <a:t>n</a:t>
            </a:r>
            <a:r>
              <a:rPr lang="ja-JP" altLang="en-US" sz="1600" b="1">
                <a:solidFill>
                  <a:schemeClr val="lt1"/>
                </a:solidFill>
              </a:rPr>
              <a:t>の辞書</a:t>
            </a:r>
            <a:endParaRPr sz="1600" b="1" dirty="0">
              <a:solidFill>
                <a:schemeClr val="lt1"/>
              </a:solidFill>
            </a:endParaRPr>
          </a:p>
        </p:txBody>
      </p:sp>
      <p:sp>
        <p:nvSpPr>
          <p:cNvPr id="20" name="テキスト ボックス 19">
            <a:extLst>
              <a:ext uri="{FF2B5EF4-FFF2-40B4-BE49-F238E27FC236}">
                <a16:creationId xmlns:a16="http://schemas.microsoft.com/office/drawing/2014/main" id="{7EB2391F-E101-6B67-D533-9BA3D0F8AC91}"/>
              </a:ext>
            </a:extLst>
          </p:cNvPr>
          <p:cNvSpPr txBox="1"/>
          <p:nvPr/>
        </p:nvSpPr>
        <p:spPr>
          <a:xfrm>
            <a:off x="7209845" y="2191815"/>
            <a:ext cx="1569660" cy="369332"/>
          </a:xfrm>
          <a:prstGeom prst="rect">
            <a:avLst/>
          </a:prstGeom>
          <a:noFill/>
        </p:spPr>
        <p:txBody>
          <a:bodyPr wrap="none" rtlCol="0">
            <a:spAutoFit/>
          </a:bodyPr>
          <a:lstStyle/>
          <a:p>
            <a:r>
              <a:rPr lang="ja-JP" altLang="en-US"/>
              <a:t>クラスの辞書</a:t>
            </a:r>
          </a:p>
        </p:txBody>
      </p:sp>
      <p:sp>
        <p:nvSpPr>
          <p:cNvPr id="21" name="Google Shape;108;p2">
            <a:extLst>
              <a:ext uri="{FF2B5EF4-FFF2-40B4-BE49-F238E27FC236}">
                <a16:creationId xmlns:a16="http://schemas.microsoft.com/office/drawing/2014/main" id="{3AF77E1E-E2A2-3D49-57A0-721F3300CAE1}"/>
              </a:ext>
            </a:extLst>
          </p:cNvPr>
          <p:cNvSpPr/>
          <p:nvPr/>
        </p:nvSpPr>
        <p:spPr>
          <a:xfrm>
            <a:off x="1620225" y="4142678"/>
            <a:ext cx="9047700" cy="2709900"/>
          </a:xfrm>
          <a:prstGeom prst="rect">
            <a:avLst/>
          </a:prstGeom>
          <a:solidFill>
            <a:schemeClr val="lt1"/>
          </a:solidFill>
          <a:ln w="9525" cap="flat" cmpd="sng">
            <a:solidFill>
              <a:schemeClr val="dk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sz="1700" b="1"/>
          </a:p>
        </p:txBody>
      </p:sp>
      <p:sp>
        <p:nvSpPr>
          <p:cNvPr id="22" name="Google Shape;111;p2">
            <a:extLst>
              <a:ext uri="{FF2B5EF4-FFF2-40B4-BE49-F238E27FC236}">
                <a16:creationId xmlns:a16="http://schemas.microsoft.com/office/drawing/2014/main" id="{B570E705-B42C-2EED-6D68-82C273ACDA6C}"/>
              </a:ext>
            </a:extLst>
          </p:cNvPr>
          <p:cNvSpPr/>
          <p:nvPr/>
        </p:nvSpPr>
        <p:spPr>
          <a:xfrm>
            <a:off x="3215075" y="5749978"/>
            <a:ext cx="378300" cy="406800"/>
          </a:xfrm>
          <a:prstGeom prst="rightArrow">
            <a:avLst>
              <a:gd name="adj1" fmla="val 50000"/>
              <a:gd name="adj2" fmla="val 50000"/>
            </a:avLst>
          </a:prstGeom>
          <a:solidFill>
            <a:srgbClr val="434343"/>
          </a:solidFill>
          <a:ln>
            <a:noFill/>
          </a:ln>
        </p:spPr>
        <p:txBody>
          <a:bodyPr spcFirstLastPara="1" wrap="square" lIns="91425" tIns="91425" rIns="91425" bIns="91425" anchor="ctr" anchorCtr="0">
            <a:noAutofit/>
          </a:bodyPr>
          <a:lstStyle/>
          <a:p>
            <a:endParaRPr/>
          </a:p>
        </p:txBody>
      </p:sp>
      <p:sp>
        <p:nvSpPr>
          <p:cNvPr id="23" name="Google Shape;112;p2">
            <a:extLst>
              <a:ext uri="{FF2B5EF4-FFF2-40B4-BE49-F238E27FC236}">
                <a16:creationId xmlns:a16="http://schemas.microsoft.com/office/drawing/2014/main" id="{F9A3968B-CC27-D643-494E-1B3C3F2E993E}"/>
              </a:ext>
            </a:extLst>
          </p:cNvPr>
          <p:cNvSpPr txBox="1"/>
          <p:nvPr/>
        </p:nvSpPr>
        <p:spPr>
          <a:xfrm>
            <a:off x="3516963" y="5691778"/>
            <a:ext cx="1422300" cy="523200"/>
          </a:xfrm>
          <a:prstGeom prst="rect">
            <a:avLst/>
          </a:prstGeom>
          <a:noFill/>
          <a:ln>
            <a:noFill/>
          </a:ln>
        </p:spPr>
        <p:txBody>
          <a:bodyPr spcFirstLastPara="1" wrap="square" lIns="91425" tIns="91425" rIns="91425" bIns="91425" anchor="t" anchorCtr="0">
            <a:spAutoFit/>
          </a:bodyPr>
          <a:lstStyle/>
          <a:p>
            <a:r>
              <a:rPr lang="ja-JP" altLang="en-US" sz="2200" b="1">
                <a:latin typeface="Calibri"/>
                <a:ea typeface="Calibri"/>
                <a:cs typeface="Calibri"/>
                <a:sym typeface="Calibri"/>
              </a:rPr>
              <a:t>特徴抽出</a:t>
            </a:r>
            <a:endParaRPr sz="2200" b="1">
              <a:latin typeface="Calibri"/>
              <a:ea typeface="Calibri"/>
              <a:cs typeface="Calibri"/>
              <a:sym typeface="Calibri"/>
            </a:endParaRPr>
          </a:p>
        </p:txBody>
      </p:sp>
      <p:sp>
        <p:nvSpPr>
          <p:cNvPr id="24" name="Google Shape;113;p2">
            <a:extLst>
              <a:ext uri="{FF2B5EF4-FFF2-40B4-BE49-F238E27FC236}">
                <a16:creationId xmlns:a16="http://schemas.microsoft.com/office/drawing/2014/main" id="{FF7B7DF6-B1C9-0D55-FACA-F0DC31CD9726}"/>
              </a:ext>
            </a:extLst>
          </p:cNvPr>
          <p:cNvSpPr/>
          <p:nvPr/>
        </p:nvSpPr>
        <p:spPr>
          <a:xfrm>
            <a:off x="5193679" y="5492528"/>
            <a:ext cx="1582925" cy="947100"/>
          </a:xfrm>
          <a:prstGeom prst="rect">
            <a:avLst/>
          </a:prstGeom>
          <a:solidFill>
            <a:srgbClr val="B6D7A8"/>
          </a:solidFill>
          <a:ln w="9525" cap="flat" cmpd="sng">
            <a:solidFill>
              <a:schemeClr val="dk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algn="ctr"/>
            <a:r>
              <a:rPr lang="ja-JP" altLang="en-US" sz="1700" b="1"/>
              <a:t>各クラス辞書との距離計算</a:t>
            </a:r>
            <a:endParaRPr sz="1700" b="1" dirty="0"/>
          </a:p>
        </p:txBody>
      </p:sp>
      <p:sp>
        <p:nvSpPr>
          <p:cNvPr id="25" name="Google Shape;114;p2">
            <a:extLst>
              <a:ext uri="{FF2B5EF4-FFF2-40B4-BE49-F238E27FC236}">
                <a16:creationId xmlns:a16="http://schemas.microsoft.com/office/drawing/2014/main" id="{E29B0811-E538-3ED0-CD19-AA9F7EEEF5E3}"/>
              </a:ext>
            </a:extLst>
          </p:cNvPr>
          <p:cNvSpPr/>
          <p:nvPr/>
        </p:nvSpPr>
        <p:spPr>
          <a:xfrm>
            <a:off x="4777600" y="5749978"/>
            <a:ext cx="378300" cy="406800"/>
          </a:xfrm>
          <a:prstGeom prst="rightArrow">
            <a:avLst>
              <a:gd name="adj1" fmla="val 50000"/>
              <a:gd name="adj2" fmla="val 50000"/>
            </a:avLst>
          </a:prstGeom>
          <a:solidFill>
            <a:srgbClr val="434343"/>
          </a:solidFill>
          <a:ln>
            <a:noFill/>
          </a:ln>
        </p:spPr>
        <p:txBody>
          <a:bodyPr spcFirstLastPara="1" wrap="square" lIns="91425" tIns="91425" rIns="91425" bIns="91425" anchor="ctr" anchorCtr="0">
            <a:noAutofit/>
          </a:bodyPr>
          <a:lstStyle/>
          <a:p>
            <a:endParaRPr/>
          </a:p>
        </p:txBody>
      </p:sp>
      <p:sp>
        <p:nvSpPr>
          <p:cNvPr id="26" name="Google Shape;115;p2">
            <a:extLst>
              <a:ext uri="{FF2B5EF4-FFF2-40B4-BE49-F238E27FC236}">
                <a16:creationId xmlns:a16="http://schemas.microsoft.com/office/drawing/2014/main" id="{5B91DC26-20ED-5C98-565E-3E55EBCB80E7}"/>
              </a:ext>
            </a:extLst>
          </p:cNvPr>
          <p:cNvSpPr/>
          <p:nvPr/>
        </p:nvSpPr>
        <p:spPr>
          <a:xfrm>
            <a:off x="5119588" y="4367053"/>
            <a:ext cx="1647324" cy="554094"/>
          </a:xfrm>
          <a:prstGeom prst="flowChartTerminator">
            <a:avLst/>
          </a:prstGeom>
          <a:solidFill>
            <a:srgbClr val="03919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algn="ctr"/>
            <a:r>
              <a:rPr lang="ja-JP" altLang="en-US" sz="2000" b="1">
                <a:solidFill>
                  <a:schemeClr val="lt1"/>
                </a:solidFill>
              </a:rPr>
              <a:t>クラス辞書</a:t>
            </a:r>
            <a:endParaRPr sz="2000" b="1" dirty="0">
              <a:solidFill>
                <a:schemeClr val="lt1"/>
              </a:solidFill>
            </a:endParaRPr>
          </a:p>
        </p:txBody>
      </p:sp>
      <p:sp>
        <p:nvSpPr>
          <p:cNvPr id="27" name="Google Shape;116;p2">
            <a:extLst>
              <a:ext uri="{FF2B5EF4-FFF2-40B4-BE49-F238E27FC236}">
                <a16:creationId xmlns:a16="http://schemas.microsoft.com/office/drawing/2014/main" id="{CFE3822C-4693-F5B9-3045-79513582BA43}"/>
              </a:ext>
            </a:extLst>
          </p:cNvPr>
          <p:cNvSpPr/>
          <p:nvPr/>
        </p:nvSpPr>
        <p:spPr>
          <a:xfrm rot="5400000">
            <a:off x="5754088" y="5009019"/>
            <a:ext cx="378300" cy="406800"/>
          </a:xfrm>
          <a:prstGeom prst="rightArrow">
            <a:avLst>
              <a:gd name="adj1" fmla="val 50000"/>
              <a:gd name="adj2" fmla="val 50000"/>
            </a:avLst>
          </a:prstGeom>
          <a:solidFill>
            <a:srgbClr val="434343"/>
          </a:solidFill>
          <a:ln>
            <a:noFill/>
          </a:ln>
        </p:spPr>
        <p:txBody>
          <a:bodyPr spcFirstLastPara="1" wrap="square" lIns="91425" tIns="91425" rIns="91425" bIns="91425" anchor="ctr" anchorCtr="0">
            <a:noAutofit/>
          </a:bodyPr>
          <a:lstStyle/>
          <a:p>
            <a:endParaRPr/>
          </a:p>
        </p:txBody>
      </p:sp>
      <p:sp>
        <p:nvSpPr>
          <p:cNvPr id="28" name="Google Shape;117;p2">
            <a:extLst>
              <a:ext uri="{FF2B5EF4-FFF2-40B4-BE49-F238E27FC236}">
                <a16:creationId xmlns:a16="http://schemas.microsoft.com/office/drawing/2014/main" id="{58CDE667-CC49-E517-4822-7F485172C30B}"/>
              </a:ext>
            </a:extLst>
          </p:cNvPr>
          <p:cNvSpPr/>
          <p:nvPr/>
        </p:nvSpPr>
        <p:spPr>
          <a:xfrm>
            <a:off x="6841813" y="5749978"/>
            <a:ext cx="378300" cy="406800"/>
          </a:xfrm>
          <a:prstGeom prst="rightArrow">
            <a:avLst>
              <a:gd name="adj1" fmla="val 50000"/>
              <a:gd name="adj2" fmla="val 50000"/>
            </a:avLst>
          </a:prstGeom>
          <a:solidFill>
            <a:srgbClr val="434343"/>
          </a:solidFill>
          <a:ln>
            <a:noFill/>
          </a:ln>
        </p:spPr>
        <p:txBody>
          <a:bodyPr spcFirstLastPara="1" wrap="square" lIns="91425" tIns="91425" rIns="91425" bIns="91425" anchor="ctr" anchorCtr="0">
            <a:noAutofit/>
          </a:bodyPr>
          <a:lstStyle/>
          <a:p>
            <a:endParaRPr/>
          </a:p>
        </p:txBody>
      </p:sp>
      <p:sp>
        <p:nvSpPr>
          <p:cNvPr id="29" name="Google Shape;118;p2">
            <a:extLst>
              <a:ext uri="{FF2B5EF4-FFF2-40B4-BE49-F238E27FC236}">
                <a16:creationId xmlns:a16="http://schemas.microsoft.com/office/drawing/2014/main" id="{49F89BA9-134A-FD29-CFF0-F2F1EF1D306D}"/>
              </a:ext>
            </a:extLst>
          </p:cNvPr>
          <p:cNvSpPr txBox="1"/>
          <p:nvPr/>
        </p:nvSpPr>
        <p:spPr>
          <a:xfrm>
            <a:off x="7156000" y="5272828"/>
            <a:ext cx="1647300" cy="1231076"/>
          </a:xfrm>
          <a:prstGeom prst="rect">
            <a:avLst/>
          </a:prstGeom>
          <a:noFill/>
          <a:ln>
            <a:noFill/>
          </a:ln>
        </p:spPr>
        <p:txBody>
          <a:bodyPr spcFirstLastPara="1" wrap="square" lIns="91425" tIns="91425" rIns="91425" bIns="91425" anchor="t" anchorCtr="0">
            <a:spAutoFit/>
          </a:bodyPr>
          <a:lstStyle/>
          <a:p>
            <a:r>
              <a:rPr lang="ja-JP" altLang="en-US" sz="1700">
                <a:latin typeface="Calibri"/>
                <a:ea typeface="Calibri"/>
                <a:cs typeface="Calibri"/>
                <a:sym typeface="Calibri"/>
              </a:rPr>
              <a:t>クラス</a:t>
            </a:r>
            <a:r>
              <a:rPr lang="en-US" altLang="ja-JP" sz="1700">
                <a:latin typeface="Calibri"/>
                <a:ea typeface="Calibri"/>
                <a:cs typeface="Calibri"/>
                <a:sym typeface="Calibri"/>
              </a:rPr>
              <a:t>1</a:t>
            </a:r>
            <a:r>
              <a:rPr lang="ja-JP" altLang="en-US" sz="1700">
                <a:latin typeface="Calibri"/>
                <a:ea typeface="Calibri"/>
                <a:cs typeface="Calibri"/>
                <a:sym typeface="Calibri"/>
              </a:rPr>
              <a:t>の距離</a:t>
            </a:r>
            <a:endParaRPr sz="1700" dirty="0">
              <a:latin typeface="Calibri"/>
              <a:ea typeface="Calibri"/>
              <a:cs typeface="Calibri"/>
              <a:sym typeface="Calibri"/>
            </a:endParaRPr>
          </a:p>
          <a:p>
            <a:r>
              <a:rPr lang="ja-JP" altLang="en-US" sz="1700">
                <a:solidFill>
                  <a:schemeClr val="dk1"/>
                </a:solidFill>
                <a:latin typeface="Calibri"/>
                <a:ea typeface="Calibri"/>
                <a:cs typeface="Calibri"/>
                <a:sym typeface="Calibri"/>
              </a:rPr>
              <a:t>クラス</a:t>
            </a:r>
            <a:r>
              <a:rPr lang="en-US" altLang="ja-JP" sz="1700">
                <a:solidFill>
                  <a:schemeClr val="dk1"/>
                </a:solidFill>
                <a:latin typeface="Calibri"/>
                <a:ea typeface="Calibri"/>
                <a:cs typeface="Calibri"/>
                <a:sym typeface="Calibri"/>
              </a:rPr>
              <a:t>2</a:t>
            </a:r>
            <a:r>
              <a:rPr lang="ja-JP" altLang="en-US" sz="1700">
                <a:solidFill>
                  <a:schemeClr val="dk1"/>
                </a:solidFill>
                <a:latin typeface="Calibri"/>
                <a:ea typeface="Calibri"/>
                <a:cs typeface="Calibri"/>
                <a:sym typeface="Calibri"/>
              </a:rPr>
              <a:t>の距離</a:t>
            </a:r>
            <a:endParaRPr sz="1700" dirty="0">
              <a:solidFill>
                <a:schemeClr val="dk1"/>
              </a:solidFill>
              <a:latin typeface="Calibri"/>
              <a:ea typeface="Calibri"/>
              <a:cs typeface="Calibri"/>
              <a:sym typeface="Calibri"/>
            </a:endParaRPr>
          </a:p>
          <a:p>
            <a:endParaRPr sz="1700" dirty="0">
              <a:solidFill>
                <a:schemeClr val="dk1"/>
              </a:solidFill>
              <a:latin typeface="Calibri"/>
              <a:ea typeface="Calibri"/>
              <a:cs typeface="Calibri"/>
              <a:sym typeface="Calibri"/>
            </a:endParaRPr>
          </a:p>
          <a:p>
            <a:pPr>
              <a:buClr>
                <a:schemeClr val="dk1"/>
              </a:buClr>
              <a:buSzPts val="1100"/>
            </a:pPr>
            <a:r>
              <a:rPr lang="ja-JP" altLang="en-US" sz="1700">
                <a:solidFill>
                  <a:schemeClr val="dk1"/>
                </a:solidFill>
                <a:latin typeface="Calibri"/>
                <a:ea typeface="Calibri"/>
                <a:cs typeface="Calibri"/>
                <a:sym typeface="Calibri"/>
              </a:rPr>
              <a:t>クラス</a:t>
            </a:r>
            <a:r>
              <a:rPr lang="en-US" altLang="ja-JP" sz="1700">
                <a:solidFill>
                  <a:schemeClr val="dk1"/>
                </a:solidFill>
                <a:latin typeface="Calibri"/>
                <a:ea typeface="Calibri"/>
                <a:cs typeface="Calibri"/>
                <a:sym typeface="Calibri"/>
              </a:rPr>
              <a:t>N</a:t>
            </a:r>
            <a:r>
              <a:rPr lang="ja-JP" altLang="en-US" sz="1700">
                <a:solidFill>
                  <a:schemeClr val="dk1"/>
                </a:solidFill>
                <a:latin typeface="Calibri"/>
                <a:ea typeface="Calibri"/>
                <a:cs typeface="Calibri"/>
                <a:sym typeface="Calibri"/>
              </a:rPr>
              <a:t>の距離</a:t>
            </a:r>
            <a:endParaRPr sz="1700" dirty="0">
              <a:solidFill>
                <a:schemeClr val="dk1"/>
              </a:solidFill>
              <a:latin typeface="Calibri"/>
              <a:ea typeface="Calibri"/>
              <a:cs typeface="Calibri"/>
              <a:sym typeface="Calibri"/>
            </a:endParaRPr>
          </a:p>
        </p:txBody>
      </p:sp>
      <p:sp>
        <p:nvSpPr>
          <p:cNvPr id="30" name="Google Shape;119;p2">
            <a:extLst>
              <a:ext uri="{FF2B5EF4-FFF2-40B4-BE49-F238E27FC236}">
                <a16:creationId xmlns:a16="http://schemas.microsoft.com/office/drawing/2014/main" id="{3148D296-FF73-34FF-84D1-FF30F21FCBD5}"/>
              </a:ext>
            </a:extLst>
          </p:cNvPr>
          <p:cNvSpPr/>
          <p:nvPr/>
        </p:nvSpPr>
        <p:spPr>
          <a:xfrm>
            <a:off x="8786025" y="5749978"/>
            <a:ext cx="378300" cy="406800"/>
          </a:xfrm>
          <a:prstGeom prst="rightArrow">
            <a:avLst>
              <a:gd name="adj1" fmla="val 50000"/>
              <a:gd name="adj2" fmla="val 50000"/>
            </a:avLst>
          </a:prstGeom>
          <a:solidFill>
            <a:srgbClr val="434343"/>
          </a:solidFill>
          <a:ln>
            <a:noFill/>
          </a:ln>
        </p:spPr>
        <p:txBody>
          <a:bodyPr spcFirstLastPara="1" wrap="square" lIns="91425" tIns="91425" rIns="91425" bIns="91425" anchor="ctr" anchorCtr="0">
            <a:noAutofit/>
          </a:bodyPr>
          <a:lstStyle/>
          <a:p>
            <a:endParaRPr/>
          </a:p>
        </p:txBody>
      </p:sp>
      <p:sp>
        <p:nvSpPr>
          <p:cNvPr id="31" name="Google Shape;122;p2">
            <a:extLst>
              <a:ext uri="{FF2B5EF4-FFF2-40B4-BE49-F238E27FC236}">
                <a16:creationId xmlns:a16="http://schemas.microsoft.com/office/drawing/2014/main" id="{75630CAC-334C-4F69-284D-FC833C8EC5AD}"/>
              </a:ext>
            </a:extLst>
          </p:cNvPr>
          <p:cNvSpPr/>
          <p:nvPr/>
        </p:nvSpPr>
        <p:spPr>
          <a:xfrm>
            <a:off x="1864725" y="5617103"/>
            <a:ext cx="1297500" cy="797100"/>
          </a:xfrm>
          <a:prstGeom prst="rect">
            <a:avLst/>
          </a:prstGeom>
          <a:solidFill>
            <a:srgbClr val="D9EAD3"/>
          </a:solidFill>
          <a:ln w="9525" cap="flat" cmpd="sng">
            <a:solidFill>
              <a:schemeClr val="dk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algn="ctr"/>
            <a:r>
              <a:rPr lang="ja-JP" altLang="en-US" sz="1700" b="1"/>
              <a:t>学習用</a:t>
            </a:r>
            <a:endParaRPr sz="1700" b="1"/>
          </a:p>
          <a:p>
            <a:pPr algn="ctr"/>
            <a:r>
              <a:rPr lang="ja-JP" altLang="en-US" sz="1700" b="1"/>
              <a:t>入力画像群</a:t>
            </a:r>
            <a:endParaRPr sz="1700" b="1"/>
          </a:p>
        </p:txBody>
      </p:sp>
      <p:sp>
        <p:nvSpPr>
          <p:cNvPr id="32" name="Google Shape;123;p2">
            <a:extLst>
              <a:ext uri="{FF2B5EF4-FFF2-40B4-BE49-F238E27FC236}">
                <a16:creationId xmlns:a16="http://schemas.microsoft.com/office/drawing/2014/main" id="{B2A932CD-D4BB-4669-1E3F-529732B2FEF4}"/>
              </a:ext>
            </a:extLst>
          </p:cNvPr>
          <p:cNvSpPr/>
          <p:nvPr/>
        </p:nvSpPr>
        <p:spPr>
          <a:xfrm>
            <a:off x="1811400" y="5540903"/>
            <a:ext cx="1297500" cy="797100"/>
          </a:xfrm>
          <a:prstGeom prst="rect">
            <a:avLst/>
          </a:prstGeom>
          <a:solidFill>
            <a:srgbClr val="D9EAD3"/>
          </a:solidFill>
          <a:ln w="9525" cap="flat" cmpd="sng">
            <a:solidFill>
              <a:schemeClr val="dk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algn="ctr"/>
            <a:r>
              <a:rPr lang="ja-JP" altLang="en-US" sz="1700" b="1"/>
              <a:t>学習用</a:t>
            </a:r>
            <a:endParaRPr sz="1700" b="1"/>
          </a:p>
          <a:p>
            <a:pPr algn="ctr"/>
            <a:r>
              <a:rPr lang="ja-JP" altLang="en-US" sz="1700" b="1"/>
              <a:t>入力画像群</a:t>
            </a:r>
            <a:endParaRPr sz="1700" b="1"/>
          </a:p>
        </p:txBody>
      </p:sp>
      <p:sp>
        <p:nvSpPr>
          <p:cNvPr id="33" name="Google Shape;124;p2">
            <a:extLst>
              <a:ext uri="{FF2B5EF4-FFF2-40B4-BE49-F238E27FC236}">
                <a16:creationId xmlns:a16="http://schemas.microsoft.com/office/drawing/2014/main" id="{E230A34D-5185-5120-0C54-F635BB3B5F29}"/>
              </a:ext>
            </a:extLst>
          </p:cNvPr>
          <p:cNvSpPr/>
          <p:nvPr/>
        </p:nvSpPr>
        <p:spPr>
          <a:xfrm>
            <a:off x="1752525" y="5492528"/>
            <a:ext cx="1297500" cy="797100"/>
          </a:xfrm>
          <a:prstGeom prst="rect">
            <a:avLst/>
          </a:prstGeom>
          <a:solidFill>
            <a:srgbClr val="D9EAD3"/>
          </a:solidFill>
          <a:ln w="9525" cap="flat" cmpd="sng">
            <a:solidFill>
              <a:schemeClr val="dk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algn="ctr"/>
            <a:r>
              <a:rPr lang="ja-JP" altLang="en-US" sz="1700" b="1"/>
              <a:t>テスト画像</a:t>
            </a:r>
            <a:endParaRPr lang="en-US" altLang="ja-JP" sz="1700" b="1" dirty="0"/>
          </a:p>
          <a:p>
            <a:pPr algn="ctr"/>
            <a:r>
              <a:rPr lang="en-US" sz="1700" b="1" dirty="0"/>
              <a:t>(</a:t>
            </a:r>
            <a:r>
              <a:rPr lang="en-US" sz="1700" b="1" dirty="0" err="1"/>
              <a:t>未知画像</a:t>
            </a:r>
            <a:r>
              <a:rPr lang="en-US" sz="1700" b="1" dirty="0"/>
              <a:t>)</a:t>
            </a:r>
            <a:endParaRPr sz="1700" b="1" dirty="0"/>
          </a:p>
        </p:txBody>
      </p:sp>
      <p:sp>
        <p:nvSpPr>
          <p:cNvPr id="34" name="Google Shape;125;p2">
            <a:extLst>
              <a:ext uri="{FF2B5EF4-FFF2-40B4-BE49-F238E27FC236}">
                <a16:creationId xmlns:a16="http://schemas.microsoft.com/office/drawing/2014/main" id="{2BA46912-18A0-2DB0-4ED2-25747263C4B0}"/>
              </a:ext>
            </a:extLst>
          </p:cNvPr>
          <p:cNvSpPr/>
          <p:nvPr/>
        </p:nvSpPr>
        <p:spPr>
          <a:xfrm>
            <a:off x="9275800" y="5662403"/>
            <a:ext cx="1167600" cy="554100"/>
          </a:xfrm>
          <a:prstGeom prst="rect">
            <a:avLst/>
          </a:prstGeom>
          <a:solidFill>
            <a:srgbClr val="D9EAD3"/>
          </a:solidFill>
          <a:ln w="9525" cap="flat" cmpd="sng">
            <a:solidFill>
              <a:schemeClr val="dk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algn="ctr"/>
            <a:r>
              <a:rPr lang="ja-JP" altLang="en-US" sz="2000" b="1"/>
              <a:t>クラス</a:t>
            </a:r>
            <a:endParaRPr sz="2000" b="1"/>
          </a:p>
        </p:txBody>
      </p:sp>
      <p:sp>
        <p:nvSpPr>
          <p:cNvPr id="35" name="Google Shape;126;p2">
            <a:extLst>
              <a:ext uri="{FF2B5EF4-FFF2-40B4-BE49-F238E27FC236}">
                <a16:creationId xmlns:a16="http://schemas.microsoft.com/office/drawing/2014/main" id="{1564DDFF-59CE-AB88-6A39-95E31276F425}"/>
              </a:ext>
            </a:extLst>
          </p:cNvPr>
          <p:cNvSpPr txBox="1"/>
          <p:nvPr/>
        </p:nvSpPr>
        <p:spPr>
          <a:xfrm>
            <a:off x="9066150" y="6214966"/>
            <a:ext cx="1647300" cy="446246"/>
          </a:xfrm>
          <a:prstGeom prst="rect">
            <a:avLst/>
          </a:prstGeom>
          <a:noFill/>
          <a:ln>
            <a:noFill/>
          </a:ln>
        </p:spPr>
        <p:txBody>
          <a:bodyPr spcFirstLastPara="1" wrap="square" lIns="91425" tIns="91425" rIns="91425" bIns="91425" anchor="t" anchorCtr="0">
            <a:spAutoFit/>
          </a:bodyPr>
          <a:lstStyle/>
          <a:p>
            <a:pPr algn="ctr"/>
            <a:r>
              <a:rPr lang="ja-JP" altLang="en-US" sz="1700">
                <a:solidFill>
                  <a:schemeClr val="dk1"/>
                </a:solidFill>
                <a:latin typeface="Calibri"/>
                <a:ea typeface="Calibri"/>
                <a:cs typeface="Calibri"/>
                <a:sym typeface="Calibri"/>
              </a:rPr>
              <a:t>最小距離</a:t>
            </a:r>
            <a:endParaRPr sz="1700" dirty="0">
              <a:solidFill>
                <a:schemeClr val="dk1"/>
              </a:solidFill>
              <a:latin typeface="Calibri"/>
              <a:ea typeface="Calibri"/>
              <a:cs typeface="Calibri"/>
              <a:sym typeface="Calibri"/>
            </a:endParaRPr>
          </a:p>
        </p:txBody>
      </p:sp>
      <p:sp>
        <p:nvSpPr>
          <p:cNvPr id="36" name="Google Shape;127;p2">
            <a:extLst>
              <a:ext uri="{FF2B5EF4-FFF2-40B4-BE49-F238E27FC236}">
                <a16:creationId xmlns:a16="http://schemas.microsoft.com/office/drawing/2014/main" id="{8047A978-4489-FD38-2CB5-6EC42AED43C9}"/>
              </a:ext>
            </a:extLst>
          </p:cNvPr>
          <p:cNvSpPr txBox="1"/>
          <p:nvPr/>
        </p:nvSpPr>
        <p:spPr>
          <a:xfrm rot="5400000">
            <a:off x="7817092" y="5799881"/>
            <a:ext cx="382800" cy="446400"/>
          </a:xfrm>
          <a:prstGeom prst="rect">
            <a:avLst/>
          </a:prstGeom>
          <a:noFill/>
          <a:ln>
            <a:noFill/>
          </a:ln>
        </p:spPr>
        <p:txBody>
          <a:bodyPr spcFirstLastPara="1" wrap="square" lIns="91425" tIns="91425" rIns="91425" bIns="91425" anchor="t" anchorCtr="0">
            <a:spAutoFit/>
          </a:bodyPr>
          <a:lstStyle/>
          <a:p>
            <a:pPr algn="ctr"/>
            <a:r>
              <a:rPr lang="en-US" altLang="ja-JP" sz="1700">
                <a:latin typeface="Calibri"/>
                <a:ea typeface="Calibri"/>
                <a:cs typeface="Calibri"/>
                <a:sym typeface="Calibri"/>
              </a:rPr>
              <a:t>…</a:t>
            </a:r>
            <a:endParaRPr sz="1700" dirty="0">
              <a:solidFill>
                <a:schemeClr val="dk1"/>
              </a:solidFill>
              <a:latin typeface="Calibri"/>
              <a:ea typeface="Calibri"/>
              <a:cs typeface="Calibri"/>
              <a:sym typeface="Calibri"/>
            </a:endParaRPr>
          </a:p>
        </p:txBody>
      </p:sp>
      <p:sp>
        <p:nvSpPr>
          <p:cNvPr id="37" name="Google Shape;129;p2">
            <a:extLst>
              <a:ext uri="{FF2B5EF4-FFF2-40B4-BE49-F238E27FC236}">
                <a16:creationId xmlns:a16="http://schemas.microsoft.com/office/drawing/2014/main" id="{1089F451-96BB-8D18-40EB-7CDAF17E7A67}"/>
              </a:ext>
            </a:extLst>
          </p:cNvPr>
          <p:cNvSpPr/>
          <p:nvPr/>
        </p:nvSpPr>
        <p:spPr>
          <a:xfrm>
            <a:off x="1620225" y="4142678"/>
            <a:ext cx="2026800" cy="352500"/>
          </a:xfrm>
          <a:prstGeom prst="rect">
            <a:avLst/>
          </a:prstGeom>
          <a:solidFill>
            <a:schemeClr val="lt1"/>
          </a:solidFill>
          <a:ln w="9525" cap="flat" cmpd="sng">
            <a:solidFill>
              <a:schemeClr val="dk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algn="ctr"/>
            <a:r>
              <a:rPr lang="ja-JP" altLang="en-US" sz="1700" b="1"/>
              <a:t>識別</a:t>
            </a:r>
            <a:endParaRPr sz="1700" b="1"/>
          </a:p>
        </p:txBody>
      </p:sp>
      <p:sp>
        <p:nvSpPr>
          <p:cNvPr id="38" name="Google Shape;127;p2">
            <a:extLst>
              <a:ext uri="{FF2B5EF4-FFF2-40B4-BE49-F238E27FC236}">
                <a16:creationId xmlns:a16="http://schemas.microsoft.com/office/drawing/2014/main" id="{8548657E-B67A-53A6-BB66-D47D090C34C5}"/>
              </a:ext>
            </a:extLst>
          </p:cNvPr>
          <p:cNvSpPr txBox="1"/>
          <p:nvPr/>
        </p:nvSpPr>
        <p:spPr>
          <a:xfrm rot="5400000">
            <a:off x="7734417" y="3229545"/>
            <a:ext cx="382800" cy="446400"/>
          </a:xfrm>
          <a:prstGeom prst="rect">
            <a:avLst/>
          </a:prstGeom>
          <a:noFill/>
          <a:ln>
            <a:noFill/>
          </a:ln>
        </p:spPr>
        <p:txBody>
          <a:bodyPr spcFirstLastPara="1" wrap="square" lIns="91425" tIns="91425" rIns="91425" bIns="91425" anchor="t" anchorCtr="0">
            <a:spAutoFit/>
          </a:bodyPr>
          <a:lstStyle/>
          <a:p>
            <a:pPr algn="ctr"/>
            <a:r>
              <a:rPr lang="en-US" altLang="ja-JP" sz="1700">
                <a:latin typeface="Calibri"/>
                <a:ea typeface="Calibri"/>
                <a:cs typeface="Calibri"/>
                <a:sym typeface="Calibri"/>
              </a:rPr>
              <a:t>…</a:t>
            </a:r>
            <a:endParaRPr sz="17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787434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6D59741-7C2D-1140-155B-4D3150A60510}"/>
              </a:ext>
            </a:extLst>
          </p:cNvPr>
          <p:cNvSpPr>
            <a:spLocks noGrp="1"/>
          </p:cNvSpPr>
          <p:nvPr>
            <p:ph type="title"/>
          </p:nvPr>
        </p:nvSpPr>
        <p:spPr>
          <a:xfrm>
            <a:off x="277895" y="109030"/>
            <a:ext cx="9778315" cy="667131"/>
          </a:xfrm>
        </p:spPr>
        <p:txBody>
          <a:bodyPr>
            <a:normAutofit fontScale="90000"/>
          </a:bodyPr>
          <a:lstStyle/>
          <a:p>
            <a:r>
              <a:rPr lang="ja-JP" altLang="en-US"/>
              <a:t>機械学習によるパターン認識</a:t>
            </a:r>
          </a:p>
        </p:txBody>
      </p:sp>
      <p:sp>
        <p:nvSpPr>
          <p:cNvPr id="62" name="Google Shape;101;p2">
            <a:extLst>
              <a:ext uri="{FF2B5EF4-FFF2-40B4-BE49-F238E27FC236}">
                <a16:creationId xmlns:a16="http://schemas.microsoft.com/office/drawing/2014/main" id="{39C2BE23-757F-C4B1-180B-B881C3CC6476}"/>
              </a:ext>
            </a:extLst>
          </p:cNvPr>
          <p:cNvSpPr txBox="1">
            <a:spLocks noGrp="1"/>
          </p:cNvSpPr>
          <p:nvPr>
            <p:ph type="body" idx="1"/>
          </p:nvPr>
        </p:nvSpPr>
        <p:spPr>
          <a:xfrm>
            <a:off x="277894" y="994018"/>
            <a:ext cx="11614847" cy="5195455"/>
          </a:xfrm>
          <a:noFill/>
          <a:ln>
            <a:noFill/>
          </a:ln>
        </p:spPr>
        <p:txBody>
          <a:bodyPr spcFirstLastPara="1" vert="horz" wrap="square" lIns="91425" tIns="45700" rIns="91425" bIns="45700" rtlCol="0" anchor="t" anchorCtr="0">
            <a:noAutofit/>
          </a:bodyPr>
          <a:lstStyle/>
          <a:p>
            <a:r>
              <a:rPr lang="ja-JP" altLang="en-US" sz="2800"/>
              <a:t>学習用の画像群から特徴抽出を行いクラス確率を出力する識別</a:t>
            </a:r>
            <a:br>
              <a:rPr lang="en-US" altLang="ja-JP" sz="2800" dirty="0"/>
            </a:br>
            <a:r>
              <a:rPr lang="ja-JP" altLang="en-US" sz="2800"/>
              <a:t>モデルを機械学習を用いて作成</a:t>
            </a:r>
            <a:br>
              <a:rPr lang="en-US" altLang="ja-JP" sz="2800" dirty="0"/>
            </a:br>
            <a:r>
              <a:rPr lang="en-US" altLang="ja-JP" sz="2800" dirty="0"/>
              <a:t>	</a:t>
            </a:r>
            <a:r>
              <a:rPr lang="ja-JP" altLang="en-US" sz="2800"/>
              <a:t>最大のクラス確率となるクラスに判定</a:t>
            </a:r>
            <a:endParaRPr lang="ja-JP" altLang="en-US" sz="2800" dirty="0"/>
          </a:p>
        </p:txBody>
      </p:sp>
      <p:sp>
        <p:nvSpPr>
          <p:cNvPr id="4" name="スライド番号プレースホルダー 3">
            <a:extLst>
              <a:ext uri="{FF2B5EF4-FFF2-40B4-BE49-F238E27FC236}">
                <a16:creationId xmlns:a16="http://schemas.microsoft.com/office/drawing/2014/main" id="{D3B0C835-5C01-2F34-5C7D-ADD60A2DBD8F}"/>
              </a:ext>
            </a:extLst>
          </p:cNvPr>
          <p:cNvSpPr>
            <a:spLocks noGrp="1"/>
          </p:cNvSpPr>
          <p:nvPr>
            <p:ph type="sldNum" idx="12"/>
          </p:nvPr>
        </p:nvSpPr>
        <p:spPr>
          <a:xfrm>
            <a:off x="11444346" y="-71929"/>
            <a:ext cx="896789" cy="476682"/>
          </a:xfrm>
        </p:spPr>
        <p:txBody>
          <a:bodyPr/>
          <a:lstStyle/>
          <a:p>
            <a:fld id="{00000000-1234-1234-1234-123412341234}" type="slidenum">
              <a:rPr lang="en-US" altLang="ja-JP" smtClean="0"/>
              <a:pPr/>
              <a:t>4</a:t>
            </a:fld>
            <a:endParaRPr lang="ja-JP" altLang="en-US"/>
          </a:p>
        </p:txBody>
      </p:sp>
      <p:sp>
        <p:nvSpPr>
          <p:cNvPr id="5" name="Google Shape;99;p2">
            <a:extLst>
              <a:ext uri="{FF2B5EF4-FFF2-40B4-BE49-F238E27FC236}">
                <a16:creationId xmlns:a16="http://schemas.microsoft.com/office/drawing/2014/main" id="{C7E795E2-696D-0648-07A6-5E7006E854B7}"/>
              </a:ext>
            </a:extLst>
          </p:cNvPr>
          <p:cNvSpPr/>
          <p:nvPr/>
        </p:nvSpPr>
        <p:spPr>
          <a:xfrm>
            <a:off x="1620225" y="2404661"/>
            <a:ext cx="9047700" cy="1627500"/>
          </a:xfrm>
          <a:prstGeom prst="rect">
            <a:avLst/>
          </a:prstGeom>
          <a:solidFill>
            <a:schemeClr val="lt1"/>
          </a:solidFill>
          <a:ln w="9525" cap="flat" cmpd="sng">
            <a:solidFill>
              <a:schemeClr val="dk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sz="1700" b="1"/>
          </a:p>
        </p:txBody>
      </p:sp>
      <p:sp>
        <p:nvSpPr>
          <p:cNvPr id="6" name="Google Shape;103;p2">
            <a:extLst>
              <a:ext uri="{FF2B5EF4-FFF2-40B4-BE49-F238E27FC236}">
                <a16:creationId xmlns:a16="http://schemas.microsoft.com/office/drawing/2014/main" id="{172C8E0A-2326-E231-A5EB-D10ED261FC6C}"/>
              </a:ext>
            </a:extLst>
          </p:cNvPr>
          <p:cNvSpPr/>
          <p:nvPr/>
        </p:nvSpPr>
        <p:spPr>
          <a:xfrm>
            <a:off x="1884825" y="3072611"/>
            <a:ext cx="1297500" cy="797100"/>
          </a:xfrm>
          <a:prstGeom prst="rect">
            <a:avLst/>
          </a:prstGeom>
          <a:solidFill>
            <a:srgbClr val="D9EAD3"/>
          </a:solidFill>
          <a:ln w="9525" cap="flat" cmpd="sng">
            <a:solidFill>
              <a:schemeClr val="dk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algn="ctr"/>
            <a:r>
              <a:rPr lang="ja-JP" altLang="en-US" sz="1700" b="1"/>
              <a:t>学習用</a:t>
            </a:r>
            <a:endParaRPr sz="1700" b="1"/>
          </a:p>
          <a:p>
            <a:pPr algn="ctr"/>
            <a:r>
              <a:rPr lang="ja-JP" altLang="en-US" sz="1700" b="1"/>
              <a:t>入力画像群</a:t>
            </a:r>
            <a:endParaRPr sz="1700" b="1"/>
          </a:p>
        </p:txBody>
      </p:sp>
      <p:sp>
        <p:nvSpPr>
          <p:cNvPr id="7" name="Google Shape;104;p2">
            <a:extLst>
              <a:ext uri="{FF2B5EF4-FFF2-40B4-BE49-F238E27FC236}">
                <a16:creationId xmlns:a16="http://schemas.microsoft.com/office/drawing/2014/main" id="{FFFB1A20-2322-F363-B864-FFCFEAC26A13}"/>
              </a:ext>
            </a:extLst>
          </p:cNvPr>
          <p:cNvSpPr/>
          <p:nvPr/>
        </p:nvSpPr>
        <p:spPr>
          <a:xfrm>
            <a:off x="3291275" y="3185936"/>
            <a:ext cx="378300" cy="406800"/>
          </a:xfrm>
          <a:prstGeom prst="rightArrow">
            <a:avLst>
              <a:gd name="adj1" fmla="val 50000"/>
              <a:gd name="adj2" fmla="val 50000"/>
            </a:avLst>
          </a:prstGeom>
          <a:solidFill>
            <a:srgbClr val="434343"/>
          </a:solidFill>
          <a:ln>
            <a:noFill/>
          </a:ln>
        </p:spPr>
        <p:txBody>
          <a:bodyPr spcFirstLastPara="1" wrap="square" lIns="91425" tIns="91425" rIns="91425" bIns="91425" anchor="ctr" anchorCtr="0">
            <a:noAutofit/>
          </a:bodyPr>
          <a:lstStyle/>
          <a:p>
            <a:endParaRPr/>
          </a:p>
        </p:txBody>
      </p:sp>
      <p:sp>
        <p:nvSpPr>
          <p:cNvPr id="8" name="Google Shape;105;p2">
            <a:extLst>
              <a:ext uri="{FF2B5EF4-FFF2-40B4-BE49-F238E27FC236}">
                <a16:creationId xmlns:a16="http://schemas.microsoft.com/office/drawing/2014/main" id="{D683FC53-0C6B-4E20-02B9-8F270BCC17B2}"/>
              </a:ext>
            </a:extLst>
          </p:cNvPr>
          <p:cNvSpPr txBox="1"/>
          <p:nvPr/>
        </p:nvSpPr>
        <p:spPr>
          <a:xfrm>
            <a:off x="3587650" y="3117911"/>
            <a:ext cx="1422300" cy="523200"/>
          </a:xfrm>
          <a:prstGeom prst="rect">
            <a:avLst/>
          </a:prstGeom>
          <a:noFill/>
          <a:ln>
            <a:noFill/>
          </a:ln>
        </p:spPr>
        <p:txBody>
          <a:bodyPr spcFirstLastPara="1" wrap="square" lIns="91425" tIns="91425" rIns="91425" bIns="91425" anchor="t" anchorCtr="0">
            <a:spAutoFit/>
          </a:bodyPr>
          <a:lstStyle/>
          <a:p>
            <a:r>
              <a:rPr lang="ja-JP" altLang="en-US" sz="2200" b="1">
                <a:latin typeface="Calibri"/>
                <a:ea typeface="Calibri"/>
                <a:cs typeface="Calibri"/>
                <a:sym typeface="Calibri"/>
              </a:rPr>
              <a:t>特徴抽出</a:t>
            </a:r>
            <a:endParaRPr sz="2200" b="1">
              <a:latin typeface="Calibri"/>
              <a:ea typeface="Calibri"/>
              <a:cs typeface="Calibri"/>
              <a:sym typeface="Calibri"/>
            </a:endParaRPr>
          </a:p>
        </p:txBody>
      </p:sp>
      <p:sp>
        <p:nvSpPr>
          <p:cNvPr id="9" name="Google Shape;106;p2">
            <a:extLst>
              <a:ext uri="{FF2B5EF4-FFF2-40B4-BE49-F238E27FC236}">
                <a16:creationId xmlns:a16="http://schemas.microsoft.com/office/drawing/2014/main" id="{030BEDE9-537C-5FEF-10FD-AFDFB6C68BB0}"/>
              </a:ext>
            </a:extLst>
          </p:cNvPr>
          <p:cNvSpPr/>
          <p:nvPr/>
        </p:nvSpPr>
        <p:spPr>
          <a:xfrm>
            <a:off x="5232100" y="3117911"/>
            <a:ext cx="1103700" cy="554100"/>
          </a:xfrm>
          <a:prstGeom prst="rect">
            <a:avLst/>
          </a:prstGeom>
          <a:solidFill>
            <a:srgbClr val="B6D7A8"/>
          </a:solidFill>
          <a:ln w="9525" cap="flat" cmpd="sng">
            <a:solidFill>
              <a:schemeClr val="dk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algn="ctr"/>
            <a:r>
              <a:rPr lang="ja-JP" altLang="en-US" sz="1700" b="1"/>
              <a:t>機械学習</a:t>
            </a:r>
            <a:endParaRPr sz="1700" b="1"/>
          </a:p>
        </p:txBody>
      </p:sp>
      <p:sp>
        <p:nvSpPr>
          <p:cNvPr id="10" name="Google Shape;107;p2">
            <a:extLst>
              <a:ext uri="{FF2B5EF4-FFF2-40B4-BE49-F238E27FC236}">
                <a16:creationId xmlns:a16="http://schemas.microsoft.com/office/drawing/2014/main" id="{04EA2F0B-0727-AF17-2F46-62ECAAFE3862}"/>
              </a:ext>
            </a:extLst>
          </p:cNvPr>
          <p:cNvSpPr/>
          <p:nvPr/>
        </p:nvSpPr>
        <p:spPr>
          <a:xfrm>
            <a:off x="6805300" y="3117911"/>
            <a:ext cx="1647324" cy="554094"/>
          </a:xfrm>
          <a:prstGeom prst="flowChartTerminator">
            <a:avLst/>
          </a:prstGeom>
          <a:solidFill>
            <a:srgbClr val="2E75B5"/>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algn="ctr"/>
            <a:r>
              <a:rPr lang="ja-JP" altLang="en-US" sz="2000" b="1">
                <a:solidFill>
                  <a:schemeClr val="lt1"/>
                </a:solidFill>
              </a:rPr>
              <a:t>識別モデル</a:t>
            </a:r>
            <a:endParaRPr sz="2000" b="1">
              <a:solidFill>
                <a:schemeClr val="lt1"/>
              </a:solidFill>
            </a:endParaRPr>
          </a:p>
        </p:txBody>
      </p:sp>
      <p:sp>
        <p:nvSpPr>
          <p:cNvPr id="11" name="Google Shape;108;p2">
            <a:extLst>
              <a:ext uri="{FF2B5EF4-FFF2-40B4-BE49-F238E27FC236}">
                <a16:creationId xmlns:a16="http://schemas.microsoft.com/office/drawing/2014/main" id="{BD919258-EF5B-517D-E613-1AB0D79D17F9}"/>
              </a:ext>
            </a:extLst>
          </p:cNvPr>
          <p:cNvSpPr/>
          <p:nvPr/>
        </p:nvSpPr>
        <p:spPr>
          <a:xfrm>
            <a:off x="1620225" y="4156661"/>
            <a:ext cx="9047700" cy="2709900"/>
          </a:xfrm>
          <a:prstGeom prst="rect">
            <a:avLst/>
          </a:prstGeom>
          <a:solidFill>
            <a:schemeClr val="lt1"/>
          </a:solidFill>
          <a:ln w="9525" cap="flat" cmpd="sng">
            <a:solidFill>
              <a:schemeClr val="dk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sz="1700" b="1"/>
          </a:p>
        </p:txBody>
      </p:sp>
      <p:sp>
        <p:nvSpPr>
          <p:cNvPr id="12" name="Google Shape;109;p2">
            <a:extLst>
              <a:ext uri="{FF2B5EF4-FFF2-40B4-BE49-F238E27FC236}">
                <a16:creationId xmlns:a16="http://schemas.microsoft.com/office/drawing/2014/main" id="{301E2ED1-F820-19C1-F7AE-81761DFF93E1}"/>
              </a:ext>
            </a:extLst>
          </p:cNvPr>
          <p:cNvSpPr/>
          <p:nvPr/>
        </p:nvSpPr>
        <p:spPr>
          <a:xfrm>
            <a:off x="4808200" y="3185936"/>
            <a:ext cx="378300" cy="406800"/>
          </a:xfrm>
          <a:prstGeom prst="rightArrow">
            <a:avLst>
              <a:gd name="adj1" fmla="val 50000"/>
              <a:gd name="adj2" fmla="val 50000"/>
            </a:avLst>
          </a:prstGeom>
          <a:solidFill>
            <a:srgbClr val="434343"/>
          </a:solidFill>
          <a:ln>
            <a:noFill/>
          </a:ln>
        </p:spPr>
        <p:txBody>
          <a:bodyPr spcFirstLastPara="1" wrap="square" lIns="91425" tIns="91425" rIns="91425" bIns="91425" anchor="ctr" anchorCtr="0">
            <a:noAutofit/>
          </a:bodyPr>
          <a:lstStyle/>
          <a:p>
            <a:endParaRPr/>
          </a:p>
        </p:txBody>
      </p:sp>
      <p:sp>
        <p:nvSpPr>
          <p:cNvPr id="13" name="Google Shape;110;p2">
            <a:extLst>
              <a:ext uri="{FF2B5EF4-FFF2-40B4-BE49-F238E27FC236}">
                <a16:creationId xmlns:a16="http://schemas.microsoft.com/office/drawing/2014/main" id="{FCA825B4-DF7A-562C-E221-5D5144A1A2EF}"/>
              </a:ext>
            </a:extLst>
          </p:cNvPr>
          <p:cNvSpPr/>
          <p:nvPr/>
        </p:nvSpPr>
        <p:spPr>
          <a:xfrm>
            <a:off x="6381388" y="3191561"/>
            <a:ext cx="378300" cy="406800"/>
          </a:xfrm>
          <a:prstGeom prst="rightArrow">
            <a:avLst>
              <a:gd name="adj1" fmla="val 50000"/>
              <a:gd name="adj2" fmla="val 50000"/>
            </a:avLst>
          </a:prstGeom>
          <a:solidFill>
            <a:srgbClr val="434343"/>
          </a:solidFill>
          <a:ln>
            <a:noFill/>
          </a:ln>
        </p:spPr>
        <p:txBody>
          <a:bodyPr spcFirstLastPara="1" wrap="square" lIns="91425" tIns="91425" rIns="91425" bIns="91425" anchor="ctr" anchorCtr="0">
            <a:noAutofit/>
          </a:bodyPr>
          <a:lstStyle/>
          <a:p>
            <a:endParaRPr/>
          </a:p>
        </p:txBody>
      </p:sp>
      <p:sp>
        <p:nvSpPr>
          <p:cNvPr id="14" name="Google Shape;111;p2">
            <a:extLst>
              <a:ext uri="{FF2B5EF4-FFF2-40B4-BE49-F238E27FC236}">
                <a16:creationId xmlns:a16="http://schemas.microsoft.com/office/drawing/2014/main" id="{FA2A8F4C-1501-F4CA-D597-528C2D1929B3}"/>
              </a:ext>
            </a:extLst>
          </p:cNvPr>
          <p:cNvSpPr/>
          <p:nvPr/>
        </p:nvSpPr>
        <p:spPr>
          <a:xfrm>
            <a:off x="3215075" y="5763961"/>
            <a:ext cx="378300" cy="406800"/>
          </a:xfrm>
          <a:prstGeom prst="rightArrow">
            <a:avLst>
              <a:gd name="adj1" fmla="val 50000"/>
              <a:gd name="adj2" fmla="val 50000"/>
            </a:avLst>
          </a:prstGeom>
          <a:solidFill>
            <a:srgbClr val="434343"/>
          </a:solidFill>
          <a:ln>
            <a:noFill/>
          </a:ln>
        </p:spPr>
        <p:txBody>
          <a:bodyPr spcFirstLastPara="1" wrap="square" lIns="91425" tIns="91425" rIns="91425" bIns="91425" anchor="ctr" anchorCtr="0">
            <a:noAutofit/>
          </a:bodyPr>
          <a:lstStyle/>
          <a:p>
            <a:endParaRPr/>
          </a:p>
        </p:txBody>
      </p:sp>
      <p:sp>
        <p:nvSpPr>
          <p:cNvPr id="15" name="Google Shape;112;p2">
            <a:extLst>
              <a:ext uri="{FF2B5EF4-FFF2-40B4-BE49-F238E27FC236}">
                <a16:creationId xmlns:a16="http://schemas.microsoft.com/office/drawing/2014/main" id="{18D99EB0-20E3-6F50-D532-2178021E34B2}"/>
              </a:ext>
            </a:extLst>
          </p:cNvPr>
          <p:cNvSpPr txBox="1"/>
          <p:nvPr/>
        </p:nvSpPr>
        <p:spPr>
          <a:xfrm>
            <a:off x="3516963" y="5705761"/>
            <a:ext cx="1422300" cy="523200"/>
          </a:xfrm>
          <a:prstGeom prst="rect">
            <a:avLst/>
          </a:prstGeom>
          <a:noFill/>
          <a:ln>
            <a:noFill/>
          </a:ln>
        </p:spPr>
        <p:txBody>
          <a:bodyPr spcFirstLastPara="1" wrap="square" lIns="91425" tIns="91425" rIns="91425" bIns="91425" anchor="t" anchorCtr="0">
            <a:spAutoFit/>
          </a:bodyPr>
          <a:lstStyle/>
          <a:p>
            <a:r>
              <a:rPr lang="ja-JP" altLang="en-US" sz="2200" b="1">
                <a:latin typeface="Calibri"/>
                <a:ea typeface="Calibri"/>
                <a:cs typeface="Calibri"/>
                <a:sym typeface="Calibri"/>
              </a:rPr>
              <a:t>特徴抽出</a:t>
            </a:r>
            <a:endParaRPr sz="2200" b="1">
              <a:latin typeface="Calibri"/>
              <a:ea typeface="Calibri"/>
              <a:cs typeface="Calibri"/>
              <a:sym typeface="Calibri"/>
            </a:endParaRPr>
          </a:p>
        </p:txBody>
      </p:sp>
      <p:sp>
        <p:nvSpPr>
          <p:cNvPr id="16" name="Google Shape;113;p2">
            <a:extLst>
              <a:ext uri="{FF2B5EF4-FFF2-40B4-BE49-F238E27FC236}">
                <a16:creationId xmlns:a16="http://schemas.microsoft.com/office/drawing/2014/main" id="{19B9BC3A-2922-CD7A-F230-B1E9DD365541}"/>
              </a:ext>
            </a:extLst>
          </p:cNvPr>
          <p:cNvSpPr/>
          <p:nvPr/>
        </p:nvSpPr>
        <p:spPr>
          <a:xfrm>
            <a:off x="5203000" y="5418811"/>
            <a:ext cx="1480500" cy="947100"/>
          </a:xfrm>
          <a:prstGeom prst="rect">
            <a:avLst/>
          </a:prstGeom>
          <a:solidFill>
            <a:srgbClr val="B6D7A8"/>
          </a:solidFill>
          <a:ln w="9525" cap="flat" cmpd="sng">
            <a:solidFill>
              <a:schemeClr val="dk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algn="ctr"/>
            <a:r>
              <a:rPr lang="ja-JP" altLang="en-US" sz="1700" b="1"/>
              <a:t>識別</a:t>
            </a:r>
            <a:endParaRPr sz="1700" b="1"/>
          </a:p>
          <a:p>
            <a:pPr algn="ctr"/>
            <a:r>
              <a:rPr lang="en-US" altLang="ja-JP" sz="1700" b="1"/>
              <a:t>(</a:t>
            </a:r>
            <a:r>
              <a:rPr lang="ja-JP" altLang="en-US" sz="1700" b="1"/>
              <a:t>各クラス確率を計算</a:t>
            </a:r>
            <a:r>
              <a:rPr lang="en-US" altLang="ja-JP" sz="1700" b="1"/>
              <a:t>)</a:t>
            </a:r>
            <a:endParaRPr sz="1700" b="1"/>
          </a:p>
        </p:txBody>
      </p:sp>
      <p:sp>
        <p:nvSpPr>
          <p:cNvPr id="17" name="Google Shape;114;p2">
            <a:extLst>
              <a:ext uri="{FF2B5EF4-FFF2-40B4-BE49-F238E27FC236}">
                <a16:creationId xmlns:a16="http://schemas.microsoft.com/office/drawing/2014/main" id="{9ED37F4D-C565-A781-E47C-ED35F4C63C51}"/>
              </a:ext>
            </a:extLst>
          </p:cNvPr>
          <p:cNvSpPr/>
          <p:nvPr/>
        </p:nvSpPr>
        <p:spPr>
          <a:xfrm>
            <a:off x="4777600" y="5763961"/>
            <a:ext cx="378300" cy="406800"/>
          </a:xfrm>
          <a:prstGeom prst="rightArrow">
            <a:avLst>
              <a:gd name="adj1" fmla="val 50000"/>
              <a:gd name="adj2" fmla="val 50000"/>
            </a:avLst>
          </a:prstGeom>
          <a:solidFill>
            <a:srgbClr val="434343"/>
          </a:solidFill>
          <a:ln>
            <a:noFill/>
          </a:ln>
        </p:spPr>
        <p:txBody>
          <a:bodyPr spcFirstLastPara="1" wrap="square" lIns="91425" tIns="91425" rIns="91425" bIns="91425" anchor="ctr" anchorCtr="0">
            <a:noAutofit/>
          </a:bodyPr>
          <a:lstStyle/>
          <a:p>
            <a:endParaRPr/>
          </a:p>
        </p:txBody>
      </p:sp>
      <p:sp>
        <p:nvSpPr>
          <p:cNvPr id="18" name="Google Shape;115;p2">
            <a:extLst>
              <a:ext uri="{FF2B5EF4-FFF2-40B4-BE49-F238E27FC236}">
                <a16:creationId xmlns:a16="http://schemas.microsoft.com/office/drawing/2014/main" id="{326D6F0F-3196-D64C-9705-9538745D5D1A}"/>
              </a:ext>
            </a:extLst>
          </p:cNvPr>
          <p:cNvSpPr/>
          <p:nvPr/>
        </p:nvSpPr>
        <p:spPr>
          <a:xfrm>
            <a:off x="5119588" y="4381036"/>
            <a:ext cx="1647324" cy="554094"/>
          </a:xfrm>
          <a:prstGeom prst="flowChartTerminator">
            <a:avLst/>
          </a:prstGeom>
          <a:solidFill>
            <a:srgbClr val="2E75B5"/>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algn="ctr"/>
            <a:r>
              <a:rPr lang="ja-JP" altLang="en-US" sz="2000" b="1">
                <a:solidFill>
                  <a:schemeClr val="lt1"/>
                </a:solidFill>
              </a:rPr>
              <a:t>識別モデル</a:t>
            </a:r>
            <a:endParaRPr sz="2000" b="1">
              <a:solidFill>
                <a:schemeClr val="lt1"/>
              </a:solidFill>
            </a:endParaRPr>
          </a:p>
        </p:txBody>
      </p:sp>
      <p:sp>
        <p:nvSpPr>
          <p:cNvPr id="19" name="Google Shape;116;p2">
            <a:extLst>
              <a:ext uri="{FF2B5EF4-FFF2-40B4-BE49-F238E27FC236}">
                <a16:creationId xmlns:a16="http://schemas.microsoft.com/office/drawing/2014/main" id="{24CD0AA7-5D40-145D-8493-1220CF49DC5C}"/>
              </a:ext>
            </a:extLst>
          </p:cNvPr>
          <p:cNvSpPr/>
          <p:nvPr/>
        </p:nvSpPr>
        <p:spPr>
          <a:xfrm rot="5400000">
            <a:off x="5754088" y="4973574"/>
            <a:ext cx="378300" cy="406800"/>
          </a:xfrm>
          <a:prstGeom prst="rightArrow">
            <a:avLst>
              <a:gd name="adj1" fmla="val 50000"/>
              <a:gd name="adj2" fmla="val 50000"/>
            </a:avLst>
          </a:prstGeom>
          <a:solidFill>
            <a:srgbClr val="434343"/>
          </a:solidFill>
          <a:ln>
            <a:noFill/>
          </a:ln>
        </p:spPr>
        <p:txBody>
          <a:bodyPr spcFirstLastPara="1" wrap="square" lIns="91425" tIns="91425" rIns="91425" bIns="91425" anchor="ctr" anchorCtr="0">
            <a:noAutofit/>
          </a:bodyPr>
          <a:lstStyle/>
          <a:p>
            <a:endParaRPr/>
          </a:p>
        </p:txBody>
      </p:sp>
      <p:sp>
        <p:nvSpPr>
          <p:cNvPr id="20" name="Google Shape;117;p2">
            <a:extLst>
              <a:ext uri="{FF2B5EF4-FFF2-40B4-BE49-F238E27FC236}">
                <a16:creationId xmlns:a16="http://schemas.microsoft.com/office/drawing/2014/main" id="{3AE0125F-A06E-12CD-9FCC-8C76C0161E3F}"/>
              </a:ext>
            </a:extLst>
          </p:cNvPr>
          <p:cNvSpPr/>
          <p:nvPr/>
        </p:nvSpPr>
        <p:spPr>
          <a:xfrm>
            <a:off x="6730600" y="5763961"/>
            <a:ext cx="378300" cy="406800"/>
          </a:xfrm>
          <a:prstGeom prst="rightArrow">
            <a:avLst>
              <a:gd name="adj1" fmla="val 50000"/>
              <a:gd name="adj2" fmla="val 50000"/>
            </a:avLst>
          </a:prstGeom>
          <a:solidFill>
            <a:srgbClr val="434343"/>
          </a:solidFill>
          <a:ln>
            <a:noFill/>
          </a:ln>
        </p:spPr>
        <p:txBody>
          <a:bodyPr spcFirstLastPara="1" wrap="square" lIns="91425" tIns="91425" rIns="91425" bIns="91425" anchor="ctr" anchorCtr="0">
            <a:noAutofit/>
          </a:bodyPr>
          <a:lstStyle/>
          <a:p>
            <a:endParaRPr/>
          </a:p>
        </p:txBody>
      </p:sp>
      <p:sp>
        <p:nvSpPr>
          <p:cNvPr id="21" name="Google Shape;118;p2">
            <a:extLst>
              <a:ext uri="{FF2B5EF4-FFF2-40B4-BE49-F238E27FC236}">
                <a16:creationId xmlns:a16="http://schemas.microsoft.com/office/drawing/2014/main" id="{207B352E-B1DC-E332-A094-F8D1D390A542}"/>
              </a:ext>
            </a:extLst>
          </p:cNvPr>
          <p:cNvSpPr txBox="1"/>
          <p:nvPr/>
        </p:nvSpPr>
        <p:spPr>
          <a:xfrm>
            <a:off x="7156000" y="5286811"/>
            <a:ext cx="1647300" cy="1231500"/>
          </a:xfrm>
          <a:prstGeom prst="rect">
            <a:avLst/>
          </a:prstGeom>
          <a:noFill/>
          <a:ln>
            <a:noFill/>
          </a:ln>
        </p:spPr>
        <p:txBody>
          <a:bodyPr spcFirstLastPara="1" wrap="square" lIns="91425" tIns="91425" rIns="91425" bIns="91425" anchor="t" anchorCtr="0">
            <a:spAutoFit/>
          </a:bodyPr>
          <a:lstStyle/>
          <a:p>
            <a:r>
              <a:rPr lang="ja-JP" altLang="en-US" sz="1700">
                <a:latin typeface="Calibri"/>
                <a:ea typeface="Calibri"/>
                <a:cs typeface="Calibri"/>
                <a:sym typeface="Calibri"/>
              </a:rPr>
              <a:t>クラス</a:t>
            </a:r>
            <a:r>
              <a:rPr lang="en-US" altLang="ja-JP" sz="1700">
                <a:latin typeface="Calibri"/>
                <a:ea typeface="Calibri"/>
                <a:cs typeface="Calibri"/>
                <a:sym typeface="Calibri"/>
              </a:rPr>
              <a:t>1</a:t>
            </a:r>
            <a:r>
              <a:rPr lang="ja-JP" altLang="en-US" sz="1700">
                <a:latin typeface="Calibri"/>
                <a:ea typeface="Calibri"/>
                <a:cs typeface="Calibri"/>
                <a:sym typeface="Calibri"/>
              </a:rPr>
              <a:t>の確率</a:t>
            </a:r>
            <a:endParaRPr sz="1700">
              <a:latin typeface="Calibri"/>
              <a:ea typeface="Calibri"/>
              <a:cs typeface="Calibri"/>
              <a:sym typeface="Calibri"/>
            </a:endParaRPr>
          </a:p>
          <a:p>
            <a:r>
              <a:rPr lang="ja-JP" altLang="en-US" sz="1700">
                <a:solidFill>
                  <a:schemeClr val="dk1"/>
                </a:solidFill>
                <a:latin typeface="Calibri"/>
                <a:ea typeface="Calibri"/>
                <a:cs typeface="Calibri"/>
                <a:sym typeface="Calibri"/>
              </a:rPr>
              <a:t>クラス</a:t>
            </a:r>
            <a:r>
              <a:rPr lang="en-US" altLang="ja-JP" sz="1700">
                <a:solidFill>
                  <a:schemeClr val="dk1"/>
                </a:solidFill>
                <a:latin typeface="Calibri"/>
                <a:ea typeface="Calibri"/>
                <a:cs typeface="Calibri"/>
                <a:sym typeface="Calibri"/>
              </a:rPr>
              <a:t>2</a:t>
            </a:r>
            <a:r>
              <a:rPr lang="ja-JP" altLang="en-US" sz="1700">
                <a:solidFill>
                  <a:schemeClr val="dk1"/>
                </a:solidFill>
                <a:latin typeface="Calibri"/>
                <a:ea typeface="Calibri"/>
                <a:cs typeface="Calibri"/>
                <a:sym typeface="Calibri"/>
              </a:rPr>
              <a:t>の確率</a:t>
            </a:r>
            <a:endParaRPr sz="1700">
              <a:solidFill>
                <a:schemeClr val="dk1"/>
              </a:solidFill>
              <a:latin typeface="Calibri"/>
              <a:ea typeface="Calibri"/>
              <a:cs typeface="Calibri"/>
              <a:sym typeface="Calibri"/>
            </a:endParaRPr>
          </a:p>
          <a:p>
            <a:endParaRPr sz="1700">
              <a:solidFill>
                <a:schemeClr val="dk1"/>
              </a:solidFill>
              <a:latin typeface="Calibri"/>
              <a:ea typeface="Calibri"/>
              <a:cs typeface="Calibri"/>
              <a:sym typeface="Calibri"/>
            </a:endParaRPr>
          </a:p>
          <a:p>
            <a:pPr>
              <a:buClr>
                <a:schemeClr val="dk1"/>
              </a:buClr>
              <a:buSzPts val="1100"/>
            </a:pPr>
            <a:r>
              <a:rPr lang="ja-JP" altLang="en-US" sz="1700">
                <a:solidFill>
                  <a:schemeClr val="dk1"/>
                </a:solidFill>
                <a:latin typeface="Calibri"/>
                <a:ea typeface="Calibri"/>
                <a:cs typeface="Calibri"/>
                <a:sym typeface="Calibri"/>
              </a:rPr>
              <a:t>クラス</a:t>
            </a:r>
            <a:r>
              <a:rPr lang="en-US" altLang="ja-JP" sz="1700">
                <a:solidFill>
                  <a:schemeClr val="dk1"/>
                </a:solidFill>
                <a:latin typeface="Calibri"/>
                <a:ea typeface="Calibri"/>
                <a:cs typeface="Calibri"/>
                <a:sym typeface="Calibri"/>
              </a:rPr>
              <a:t>N</a:t>
            </a:r>
            <a:r>
              <a:rPr lang="ja-JP" altLang="en-US" sz="1700">
                <a:solidFill>
                  <a:schemeClr val="dk1"/>
                </a:solidFill>
                <a:latin typeface="Calibri"/>
                <a:ea typeface="Calibri"/>
                <a:cs typeface="Calibri"/>
                <a:sym typeface="Calibri"/>
              </a:rPr>
              <a:t>の確率</a:t>
            </a:r>
            <a:endParaRPr sz="1700">
              <a:solidFill>
                <a:schemeClr val="dk1"/>
              </a:solidFill>
              <a:latin typeface="Calibri"/>
              <a:ea typeface="Calibri"/>
              <a:cs typeface="Calibri"/>
              <a:sym typeface="Calibri"/>
            </a:endParaRPr>
          </a:p>
        </p:txBody>
      </p:sp>
      <p:sp>
        <p:nvSpPr>
          <p:cNvPr id="22" name="Google Shape;119;p2">
            <a:extLst>
              <a:ext uri="{FF2B5EF4-FFF2-40B4-BE49-F238E27FC236}">
                <a16:creationId xmlns:a16="http://schemas.microsoft.com/office/drawing/2014/main" id="{37C35FBE-889E-F1E6-B518-456E32D545A9}"/>
              </a:ext>
            </a:extLst>
          </p:cNvPr>
          <p:cNvSpPr/>
          <p:nvPr/>
        </p:nvSpPr>
        <p:spPr>
          <a:xfrm>
            <a:off x="8786025" y="5763961"/>
            <a:ext cx="378300" cy="406800"/>
          </a:xfrm>
          <a:prstGeom prst="rightArrow">
            <a:avLst>
              <a:gd name="adj1" fmla="val 50000"/>
              <a:gd name="adj2" fmla="val 50000"/>
            </a:avLst>
          </a:prstGeom>
          <a:solidFill>
            <a:srgbClr val="434343"/>
          </a:solidFill>
          <a:ln>
            <a:noFill/>
          </a:ln>
        </p:spPr>
        <p:txBody>
          <a:bodyPr spcFirstLastPara="1" wrap="square" lIns="91425" tIns="91425" rIns="91425" bIns="91425" anchor="ctr" anchorCtr="0">
            <a:noAutofit/>
          </a:bodyPr>
          <a:lstStyle/>
          <a:p>
            <a:endParaRPr/>
          </a:p>
        </p:txBody>
      </p:sp>
      <p:sp>
        <p:nvSpPr>
          <p:cNvPr id="23" name="Google Shape;120;p2">
            <a:extLst>
              <a:ext uri="{FF2B5EF4-FFF2-40B4-BE49-F238E27FC236}">
                <a16:creationId xmlns:a16="http://schemas.microsoft.com/office/drawing/2014/main" id="{FCD1443F-2050-9E2B-937D-9FFE0A476719}"/>
              </a:ext>
            </a:extLst>
          </p:cNvPr>
          <p:cNvSpPr/>
          <p:nvPr/>
        </p:nvSpPr>
        <p:spPr>
          <a:xfrm>
            <a:off x="1831500" y="2996411"/>
            <a:ext cx="1297500" cy="797100"/>
          </a:xfrm>
          <a:prstGeom prst="rect">
            <a:avLst/>
          </a:prstGeom>
          <a:solidFill>
            <a:srgbClr val="D9EAD3"/>
          </a:solidFill>
          <a:ln w="9525" cap="flat" cmpd="sng">
            <a:solidFill>
              <a:schemeClr val="dk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algn="ctr"/>
            <a:r>
              <a:rPr lang="ja-JP" altLang="en-US" sz="1700" b="1"/>
              <a:t>学習用</a:t>
            </a:r>
            <a:endParaRPr sz="1700" b="1"/>
          </a:p>
          <a:p>
            <a:pPr algn="ctr"/>
            <a:r>
              <a:rPr lang="ja-JP" altLang="en-US" sz="1700" b="1"/>
              <a:t>入力画像群</a:t>
            </a:r>
            <a:endParaRPr sz="1700" b="1"/>
          </a:p>
        </p:txBody>
      </p:sp>
      <p:sp>
        <p:nvSpPr>
          <p:cNvPr id="24" name="Google Shape;121;p2">
            <a:extLst>
              <a:ext uri="{FF2B5EF4-FFF2-40B4-BE49-F238E27FC236}">
                <a16:creationId xmlns:a16="http://schemas.microsoft.com/office/drawing/2014/main" id="{A3CC5E8E-569D-7E09-189F-AFD997B1BBE3}"/>
              </a:ext>
            </a:extLst>
          </p:cNvPr>
          <p:cNvSpPr/>
          <p:nvPr/>
        </p:nvSpPr>
        <p:spPr>
          <a:xfrm>
            <a:off x="1772625" y="2948036"/>
            <a:ext cx="1297500" cy="797100"/>
          </a:xfrm>
          <a:prstGeom prst="rect">
            <a:avLst/>
          </a:prstGeom>
          <a:solidFill>
            <a:srgbClr val="D9EAD3"/>
          </a:solidFill>
          <a:ln w="9525" cap="flat" cmpd="sng">
            <a:solidFill>
              <a:schemeClr val="dk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algn="ctr"/>
            <a:r>
              <a:rPr lang="ja-JP" altLang="en-US" sz="1700" b="1"/>
              <a:t>学習用</a:t>
            </a:r>
            <a:endParaRPr sz="1700" b="1"/>
          </a:p>
          <a:p>
            <a:pPr algn="ctr"/>
            <a:r>
              <a:rPr lang="ja-JP" altLang="en-US" sz="1700" b="1"/>
              <a:t>入力画像群</a:t>
            </a:r>
            <a:endParaRPr sz="1700" b="1"/>
          </a:p>
        </p:txBody>
      </p:sp>
      <p:sp>
        <p:nvSpPr>
          <p:cNvPr id="25" name="Google Shape;122;p2">
            <a:extLst>
              <a:ext uri="{FF2B5EF4-FFF2-40B4-BE49-F238E27FC236}">
                <a16:creationId xmlns:a16="http://schemas.microsoft.com/office/drawing/2014/main" id="{E5AF27F7-CBAC-5060-95FF-92E392F4A027}"/>
              </a:ext>
            </a:extLst>
          </p:cNvPr>
          <p:cNvSpPr/>
          <p:nvPr/>
        </p:nvSpPr>
        <p:spPr>
          <a:xfrm>
            <a:off x="1864725" y="5631086"/>
            <a:ext cx="1297500" cy="797100"/>
          </a:xfrm>
          <a:prstGeom prst="rect">
            <a:avLst/>
          </a:prstGeom>
          <a:solidFill>
            <a:srgbClr val="D9EAD3"/>
          </a:solidFill>
          <a:ln w="9525" cap="flat" cmpd="sng">
            <a:solidFill>
              <a:schemeClr val="dk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algn="ctr"/>
            <a:r>
              <a:rPr lang="ja-JP" altLang="en-US" sz="1700" b="1"/>
              <a:t>学習用</a:t>
            </a:r>
            <a:endParaRPr sz="1700" b="1"/>
          </a:p>
          <a:p>
            <a:pPr algn="ctr"/>
            <a:r>
              <a:rPr lang="ja-JP" altLang="en-US" sz="1700" b="1"/>
              <a:t>入力画像群</a:t>
            </a:r>
            <a:endParaRPr sz="1700" b="1"/>
          </a:p>
        </p:txBody>
      </p:sp>
      <p:sp>
        <p:nvSpPr>
          <p:cNvPr id="26" name="Google Shape;123;p2">
            <a:extLst>
              <a:ext uri="{FF2B5EF4-FFF2-40B4-BE49-F238E27FC236}">
                <a16:creationId xmlns:a16="http://schemas.microsoft.com/office/drawing/2014/main" id="{43DF27F6-921A-9673-0A9C-D5268088601B}"/>
              </a:ext>
            </a:extLst>
          </p:cNvPr>
          <p:cNvSpPr/>
          <p:nvPr/>
        </p:nvSpPr>
        <p:spPr>
          <a:xfrm>
            <a:off x="1811400" y="5554886"/>
            <a:ext cx="1297500" cy="797100"/>
          </a:xfrm>
          <a:prstGeom prst="rect">
            <a:avLst/>
          </a:prstGeom>
          <a:solidFill>
            <a:srgbClr val="D9EAD3"/>
          </a:solidFill>
          <a:ln w="9525" cap="flat" cmpd="sng">
            <a:solidFill>
              <a:schemeClr val="dk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algn="ctr"/>
            <a:r>
              <a:rPr lang="ja-JP" altLang="en-US" sz="1700" b="1"/>
              <a:t>学習用</a:t>
            </a:r>
            <a:endParaRPr sz="1700" b="1"/>
          </a:p>
          <a:p>
            <a:pPr algn="ctr"/>
            <a:r>
              <a:rPr lang="ja-JP" altLang="en-US" sz="1700" b="1"/>
              <a:t>入力画像群</a:t>
            </a:r>
            <a:endParaRPr sz="1700" b="1"/>
          </a:p>
        </p:txBody>
      </p:sp>
      <p:sp>
        <p:nvSpPr>
          <p:cNvPr id="27" name="Google Shape;124;p2">
            <a:extLst>
              <a:ext uri="{FF2B5EF4-FFF2-40B4-BE49-F238E27FC236}">
                <a16:creationId xmlns:a16="http://schemas.microsoft.com/office/drawing/2014/main" id="{57FCD859-D42C-5D29-962B-B67D64647EBB}"/>
              </a:ext>
            </a:extLst>
          </p:cNvPr>
          <p:cNvSpPr/>
          <p:nvPr/>
        </p:nvSpPr>
        <p:spPr>
          <a:xfrm>
            <a:off x="1752525" y="5506511"/>
            <a:ext cx="1297500" cy="797100"/>
          </a:xfrm>
          <a:prstGeom prst="rect">
            <a:avLst/>
          </a:prstGeom>
          <a:solidFill>
            <a:srgbClr val="D9EAD3"/>
          </a:solidFill>
          <a:ln w="9525" cap="flat" cmpd="sng">
            <a:solidFill>
              <a:schemeClr val="dk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algn="ctr"/>
            <a:r>
              <a:rPr lang="ja-JP" altLang="en-US" sz="1700" b="1"/>
              <a:t>学習用</a:t>
            </a:r>
            <a:endParaRPr sz="1700" b="1"/>
          </a:p>
          <a:p>
            <a:pPr algn="ctr"/>
            <a:r>
              <a:rPr lang="ja-JP" altLang="en-US" sz="1700" b="1"/>
              <a:t>入力画像群</a:t>
            </a:r>
            <a:endParaRPr sz="1700" b="1"/>
          </a:p>
        </p:txBody>
      </p:sp>
      <p:sp>
        <p:nvSpPr>
          <p:cNvPr id="28" name="Google Shape;125;p2">
            <a:extLst>
              <a:ext uri="{FF2B5EF4-FFF2-40B4-BE49-F238E27FC236}">
                <a16:creationId xmlns:a16="http://schemas.microsoft.com/office/drawing/2014/main" id="{1FCA5D11-B8FC-2F46-C77E-20288E4D9F84}"/>
              </a:ext>
            </a:extLst>
          </p:cNvPr>
          <p:cNvSpPr/>
          <p:nvPr/>
        </p:nvSpPr>
        <p:spPr>
          <a:xfrm>
            <a:off x="9275800" y="5676386"/>
            <a:ext cx="1167600" cy="554100"/>
          </a:xfrm>
          <a:prstGeom prst="rect">
            <a:avLst/>
          </a:prstGeom>
          <a:solidFill>
            <a:srgbClr val="D9EAD3"/>
          </a:solidFill>
          <a:ln w="9525" cap="flat" cmpd="sng">
            <a:solidFill>
              <a:schemeClr val="dk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algn="ctr"/>
            <a:r>
              <a:rPr lang="ja-JP" altLang="en-US" sz="2000" b="1"/>
              <a:t>クラス</a:t>
            </a:r>
            <a:endParaRPr sz="2000" b="1"/>
          </a:p>
        </p:txBody>
      </p:sp>
      <p:sp>
        <p:nvSpPr>
          <p:cNvPr id="29" name="Google Shape;126;p2">
            <a:extLst>
              <a:ext uri="{FF2B5EF4-FFF2-40B4-BE49-F238E27FC236}">
                <a16:creationId xmlns:a16="http://schemas.microsoft.com/office/drawing/2014/main" id="{6DE699C0-BAA2-45E2-3D0D-D6AD811F9B89}"/>
              </a:ext>
            </a:extLst>
          </p:cNvPr>
          <p:cNvSpPr txBox="1"/>
          <p:nvPr/>
        </p:nvSpPr>
        <p:spPr>
          <a:xfrm>
            <a:off x="9066150" y="6228949"/>
            <a:ext cx="1647300" cy="708000"/>
          </a:xfrm>
          <a:prstGeom prst="rect">
            <a:avLst/>
          </a:prstGeom>
          <a:noFill/>
          <a:ln>
            <a:noFill/>
          </a:ln>
        </p:spPr>
        <p:txBody>
          <a:bodyPr spcFirstLastPara="1" wrap="square" lIns="91425" tIns="91425" rIns="91425" bIns="91425" anchor="t" anchorCtr="0">
            <a:spAutoFit/>
          </a:bodyPr>
          <a:lstStyle/>
          <a:p>
            <a:pPr algn="ctr"/>
            <a:r>
              <a:rPr lang="ja-JP" altLang="en-US" sz="1700">
                <a:latin typeface="Calibri"/>
                <a:ea typeface="Calibri"/>
                <a:cs typeface="Calibri"/>
                <a:sym typeface="Calibri"/>
              </a:rPr>
              <a:t>最大の</a:t>
            </a:r>
            <a:endParaRPr sz="1700">
              <a:latin typeface="Calibri"/>
              <a:ea typeface="Calibri"/>
              <a:cs typeface="Calibri"/>
              <a:sym typeface="Calibri"/>
            </a:endParaRPr>
          </a:p>
          <a:p>
            <a:pPr algn="ctr"/>
            <a:r>
              <a:rPr lang="ja-JP" altLang="en-US" sz="1700">
                <a:latin typeface="Calibri"/>
                <a:ea typeface="Calibri"/>
                <a:cs typeface="Calibri"/>
                <a:sym typeface="Calibri"/>
              </a:rPr>
              <a:t>クラス確率</a:t>
            </a:r>
            <a:endParaRPr sz="1700">
              <a:solidFill>
                <a:schemeClr val="dk1"/>
              </a:solidFill>
              <a:latin typeface="Calibri"/>
              <a:ea typeface="Calibri"/>
              <a:cs typeface="Calibri"/>
              <a:sym typeface="Calibri"/>
            </a:endParaRPr>
          </a:p>
        </p:txBody>
      </p:sp>
      <p:sp>
        <p:nvSpPr>
          <p:cNvPr id="30" name="Google Shape;127;p2">
            <a:extLst>
              <a:ext uri="{FF2B5EF4-FFF2-40B4-BE49-F238E27FC236}">
                <a16:creationId xmlns:a16="http://schemas.microsoft.com/office/drawing/2014/main" id="{BBF60E3F-8FAD-D5E7-9F2F-DA26C8CE488D}"/>
              </a:ext>
            </a:extLst>
          </p:cNvPr>
          <p:cNvSpPr txBox="1"/>
          <p:nvPr/>
        </p:nvSpPr>
        <p:spPr>
          <a:xfrm rot="5400000">
            <a:off x="7705175" y="5838238"/>
            <a:ext cx="382800" cy="446400"/>
          </a:xfrm>
          <a:prstGeom prst="rect">
            <a:avLst/>
          </a:prstGeom>
          <a:noFill/>
          <a:ln>
            <a:noFill/>
          </a:ln>
        </p:spPr>
        <p:txBody>
          <a:bodyPr spcFirstLastPara="1" wrap="square" lIns="91425" tIns="91425" rIns="91425" bIns="91425" anchor="t" anchorCtr="0">
            <a:spAutoFit/>
          </a:bodyPr>
          <a:lstStyle/>
          <a:p>
            <a:pPr algn="ctr"/>
            <a:r>
              <a:rPr lang="en-US" altLang="ja-JP" sz="1700">
                <a:latin typeface="Calibri"/>
                <a:ea typeface="Calibri"/>
                <a:cs typeface="Calibri"/>
                <a:sym typeface="Calibri"/>
              </a:rPr>
              <a:t>…</a:t>
            </a:r>
            <a:endParaRPr sz="1700">
              <a:solidFill>
                <a:schemeClr val="dk1"/>
              </a:solidFill>
              <a:latin typeface="Calibri"/>
              <a:ea typeface="Calibri"/>
              <a:cs typeface="Calibri"/>
              <a:sym typeface="Calibri"/>
            </a:endParaRPr>
          </a:p>
        </p:txBody>
      </p:sp>
      <p:sp>
        <p:nvSpPr>
          <p:cNvPr id="31" name="Google Shape;128;p2">
            <a:extLst>
              <a:ext uri="{FF2B5EF4-FFF2-40B4-BE49-F238E27FC236}">
                <a16:creationId xmlns:a16="http://schemas.microsoft.com/office/drawing/2014/main" id="{2731BF56-7999-6E1A-41F1-7C48AA0DB8EE}"/>
              </a:ext>
            </a:extLst>
          </p:cNvPr>
          <p:cNvSpPr/>
          <p:nvPr/>
        </p:nvSpPr>
        <p:spPr>
          <a:xfrm>
            <a:off x="1620225" y="2404661"/>
            <a:ext cx="2026800" cy="352500"/>
          </a:xfrm>
          <a:prstGeom prst="rect">
            <a:avLst/>
          </a:prstGeom>
          <a:solidFill>
            <a:schemeClr val="lt1"/>
          </a:solidFill>
          <a:ln w="9525" cap="flat" cmpd="sng">
            <a:solidFill>
              <a:schemeClr val="dk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algn="ctr"/>
            <a:r>
              <a:rPr lang="ja-JP" altLang="en-US" sz="1700" b="1"/>
              <a:t>識別モデルの作成</a:t>
            </a:r>
            <a:endParaRPr sz="1700" b="1" dirty="0"/>
          </a:p>
        </p:txBody>
      </p:sp>
      <p:sp>
        <p:nvSpPr>
          <p:cNvPr id="32" name="Google Shape;129;p2">
            <a:extLst>
              <a:ext uri="{FF2B5EF4-FFF2-40B4-BE49-F238E27FC236}">
                <a16:creationId xmlns:a16="http://schemas.microsoft.com/office/drawing/2014/main" id="{7F774AFB-8092-81FB-9A27-087F7CCC93CC}"/>
              </a:ext>
            </a:extLst>
          </p:cNvPr>
          <p:cNvSpPr/>
          <p:nvPr/>
        </p:nvSpPr>
        <p:spPr>
          <a:xfrm>
            <a:off x="1620225" y="4156661"/>
            <a:ext cx="2026800" cy="352500"/>
          </a:xfrm>
          <a:prstGeom prst="rect">
            <a:avLst/>
          </a:prstGeom>
          <a:solidFill>
            <a:schemeClr val="lt1"/>
          </a:solidFill>
          <a:ln w="9525" cap="flat" cmpd="sng">
            <a:solidFill>
              <a:schemeClr val="dk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algn="ctr"/>
            <a:r>
              <a:rPr lang="ja-JP" altLang="en-US" sz="1700" b="1"/>
              <a:t>識別</a:t>
            </a:r>
            <a:endParaRPr sz="1700" b="1"/>
          </a:p>
        </p:txBody>
      </p:sp>
      <p:sp>
        <p:nvSpPr>
          <p:cNvPr id="63" name="Google Shape;104;p2">
            <a:extLst>
              <a:ext uri="{FF2B5EF4-FFF2-40B4-BE49-F238E27FC236}">
                <a16:creationId xmlns:a16="http://schemas.microsoft.com/office/drawing/2014/main" id="{0BCF80E5-403D-5F98-94AA-BB59270D6698}"/>
              </a:ext>
            </a:extLst>
          </p:cNvPr>
          <p:cNvSpPr/>
          <p:nvPr/>
        </p:nvSpPr>
        <p:spPr>
          <a:xfrm>
            <a:off x="839740" y="1922438"/>
            <a:ext cx="378300" cy="406800"/>
          </a:xfrm>
          <a:prstGeom prst="rightArrow">
            <a:avLst>
              <a:gd name="adj1" fmla="val 50000"/>
              <a:gd name="adj2" fmla="val 50000"/>
            </a:avLst>
          </a:prstGeom>
          <a:solidFill>
            <a:srgbClr val="434343"/>
          </a:solidFill>
          <a:ln>
            <a:noFill/>
          </a:ln>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39652027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g2549820c676_3_0"/>
          <p:cNvSpPr txBox="1">
            <a:spLocks noGrp="1"/>
          </p:cNvSpPr>
          <p:nvPr>
            <p:ph type="title"/>
          </p:nvPr>
        </p:nvSpPr>
        <p:spPr>
          <a:xfrm>
            <a:off x="277895" y="109030"/>
            <a:ext cx="9778315" cy="667131"/>
          </a:xfrm>
        </p:spPr>
        <p:txBody>
          <a:bodyPr spcFirstLastPara="1" vert="horz" wrap="square" lIns="91425" tIns="45700" rIns="91425" bIns="45700" rtlCol="0" anchor="ctr" anchorCtr="0">
            <a:normAutofit fontScale="90000"/>
          </a:bodyPr>
          <a:lstStyle/>
          <a:p>
            <a:r>
              <a:rPr lang="ja-JP" altLang="en-US"/>
              <a:t>画像からの特徴抽出</a:t>
            </a:r>
          </a:p>
        </p:txBody>
      </p:sp>
      <p:sp>
        <p:nvSpPr>
          <p:cNvPr id="136" name="Google Shape;136;g2549820c676_3_0"/>
          <p:cNvSpPr txBox="1">
            <a:spLocks noGrp="1"/>
          </p:cNvSpPr>
          <p:nvPr>
            <p:ph type="sldNum" idx="12"/>
          </p:nvPr>
        </p:nvSpPr>
        <p:spPr>
          <a:xfrm>
            <a:off x="11444346" y="-71929"/>
            <a:ext cx="896789" cy="476682"/>
          </a:xfrm>
        </p:spPr>
        <p:txBody>
          <a:bodyPr spcFirstLastPara="1" vert="horz" wrap="square" lIns="91425" tIns="45700" rIns="91425" bIns="45700" rtlCol="0" anchor="ctr" anchorCtr="0">
            <a:noAutofit/>
          </a:bodyPr>
          <a:lstStyle/>
          <a:p>
            <a:fld id="{00000000-1234-1234-1234-123412341234}" type="slidenum">
              <a:rPr lang="en-US" altLang="ja-JP"/>
              <a:pPr/>
              <a:t>5</a:t>
            </a:fld>
            <a:endParaRPr lang="en-US"/>
          </a:p>
        </p:txBody>
      </p:sp>
      <p:sp>
        <p:nvSpPr>
          <p:cNvPr id="137" name="Google Shape;137;g2549820c676_3_0"/>
          <p:cNvSpPr txBox="1"/>
          <p:nvPr/>
        </p:nvSpPr>
        <p:spPr>
          <a:xfrm>
            <a:off x="1393688" y="1126163"/>
            <a:ext cx="8935500" cy="5787600"/>
          </a:xfrm>
          <a:prstGeom prst="rect">
            <a:avLst/>
          </a:prstGeom>
          <a:noFill/>
          <a:ln>
            <a:noFill/>
          </a:ln>
        </p:spPr>
        <p:txBody>
          <a:bodyPr spcFirstLastPara="1" wrap="square" lIns="91425" tIns="91425" rIns="91425" bIns="91425" anchor="t" anchorCtr="0">
            <a:spAutoFit/>
          </a:bodyPr>
          <a:lstStyle/>
          <a:p>
            <a:r>
              <a:rPr lang="ja-JP" altLang="en-US" sz="2600" b="1" u="sng">
                <a:latin typeface="Calibri"/>
                <a:ea typeface="Calibri"/>
                <a:cs typeface="Calibri"/>
                <a:sym typeface="Calibri"/>
              </a:rPr>
              <a:t>入力画像からパターン認識に役立つ特徴量を取り出す処理</a:t>
            </a:r>
            <a:endParaRPr sz="2600" b="1" u="sng" dirty="0">
              <a:latin typeface="Calibri"/>
              <a:ea typeface="Calibri"/>
              <a:cs typeface="Calibri"/>
              <a:sym typeface="Calibri"/>
            </a:endParaRPr>
          </a:p>
          <a:p>
            <a:endParaRPr sz="2800" u="sng" dirty="0">
              <a:latin typeface="Calibri"/>
              <a:ea typeface="Calibri"/>
              <a:cs typeface="Calibri"/>
              <a:sym typeface="Calibri"/>
            </a:endParaRPr>
          </a:p>
          <a:p>
            <a:r>
              <a:rPr lang="ja-JP" altLang="en-US" sz="2400">
                <a:latin typeface="Calibri"/>
                <a:ea typeface="Calibri"/>
                <a:cs typeface="Calibri"/>
                <a:sym typeface="Calibri"/>
              </a:rPr>
              <a:t>色によって識別可能</a:t>
            </a:r>
            <a:endParaRPr sz="2400" dirty="0">
              <a:latin typeface="Calibri"/>
              <a:ea typeface="Calibri"/>
              <a:cs typeface="Calibri"/>
              <a:sym typeface="Calibri"/>
            </a:endParaRPr>
          </a:p>
          <a:p>
            <a:pPr marL="457200"/>
            <a:r>
              <a:rPr lang="ja-JP" altLang="en-US" sz="2400">
                <a:latin typeface="Calibri"/>
                <a:ea typeface="Calibri"/>
                <a:cs typeface="Calibri"/>
                <a:sym typeface="Calibri"/>
              </a:rPr>
              <a:t>→</a:t>
            </a:r>
            <a:r>
              <a:rPr lang="ja-JP" altLang="en-US" sz="2400" b="1">
                <a:latin typeface="Calibri"/>
                <a:ea typeface="Calibri"/>
                <a:cs typeface="Calibri"/>
                <a:sym typeface="Calibri"/>
              </a:rPr>
              <a:t>色の特徴量</a:t>
            </a:r>
            <a:r>
              <a:rPr lang="ja-JP" altLang="en-US" sz="2400">
                <a:latin typeface="Calibri"/>
                <a:ea typeface="Calibri"/>
                <a:cs typeface="Calibri"/>
                <a:sym typeface="Calibri"/>
              </a:rPr>
              <a:t>を抽出</a:t>
            </a:r>
            <a:endParaRPr sz="2400" dirty="0">
              <a:latin typeface="Calibri"/>
              <a:ea typeface="Calibri"/>
              <a:cs typeface="Calibri"/>
              <a:sym typeface="Calibri"/>
            </a:endParaRPr>
          </a:p>
          <a:p>
            <a:endParaRPr sz="2400" dirty="0">
              <a:latin typeface="Calibri"/>
              <a:ea typeface="Calibri"/>
              <a:cs typeface="Calibri"/>
              <a:sym typeface="Calibri"/>
            </a:endParaRPr>
          </a:p>
          <a:p>
            <a:r>
              <a:rPr lang="ja-JP" altLang="en-US" sz="2400">
                <a:latin typeface="Calibri"/>
                <a:ea typeface="Calibri"/>
                <a:cs typeface="Calibri"/>
                <a:sym typeface="Calibri"/>
              </a:rPr>
              <a:t>形によって識別可能</a:t>
            </a:r>
            <a:endParaRPr sz="2400" dirty="0">
              <a:latin typeface="Calibri"/>
              <a:ea typeface="Calibri"/>
              <a:cs typeface="Calibri"/>
              <a:sym typeface="Calibri"/>
            </a:endParaRPr>
          </a:p>
          <a:p>
            <a:pPr marL="457200"/>
            <a:r>
              <a:rPr lang="ja-JP" altLang="en-US" sz="2400">
                <a:latin typeface="Calibri"/>
                <a:ea typeface="Calibri"/>
                <a:cs typeface="Calibri"/>
                <a:sym typeface="Calibri"/>
              </a:rPr>
              <a:t>→</a:t>
            </a:r>
            <a:r>
              <a:rPr lang="ja-JP" altLang="en-US" sz="2400" b="1">
                <a:latin typeface="Calibri"/>
                <a:ea typeface="Calibri"/>
                <a:cs typeface="Calibri"/>
                <a:sym typeface="Calibri"/>
              </a:rPr>
              <a:t>形状の特徴量</a:t>
            </a:r>
            <a:r>
              <a:rPr lang="ja-JP" altLang="en-US" sz="2400">
                <a:latin typeface="Calibri"/>
                <a:ea typeface="Calibri"/>
                <a:cs typeface="Calibri"/>
                <a:sym typeface="Calibri"/>
              </a:rPr>
              <a:t>を抽出</a:t>
            </a:r>
            <a:endParaRPr sz="2400" dirty="0">
              <a:latin typeface="Calibri"/>
              <a:ea typeface="Calibri"/>
              <a:cs typeface="Calibri"/>
              <a:sym typeface="Calibri"/>
            </a:endParaRPr>
          </a:p>
          <a:p>
            <a:endParaRPr sz="2800" u="sng" dirty="0">
              <a:latin typeface="Calibri"/>
              <a:ea typeface="Calibri"/>
              <a:cs typeface="Calibri"/>
              <a:sym typeface="Calibri"/>
            </a:endParaRPr>
          </a:p>
          <a:p>
            <a:r>
              <a:rPr lang="ja-JP" altLang="en-US" sz="2400">
                <a:latin typeface="Calibri"/>
                <a:ea typeface="Calibri"/>
                <a:cs typeface="Calibri"/>
                <a:sym typeface="Calibri"/>
              </a:rPr>
              <a:t>例）</a:t>
            </a:r>
            <a:endParaRPr sz="2400" dirty="0">
              <a:latin typeface="Calibri"/>
              <a:ea typeface="Calibri"/>
              <a:cs typeface="Calibri"/>
              <a:sym typeface="Calibri"/>
            </a:endParaRPr>
          </a:p>
          <a:p>
            <a:r>
              <a:rPr lang="ja-JP" altLang="en-US" sz="2400">
                <a:latin typeface="Calibri"/>
                <a:ea typeface="Calibri"/>
                <a:cs typeface="Calibri"/>
                <a:sym typeface="Calibri"/>
              </a:rPr>
              <a:t>複数のりんご、みかん、レモン</a:t>
            </a:r>
            <a:endParaRPr sz="2400" dirty="0">
              <a:latin typeface="Calibri"/>
              <a:ea typeface="Calibri"/>
              <a:cs typeface="Calibri"/>
              <a:sym typeface="Calibri"/>
            </a:endParaRPr>
          </a:p>
          <a:p>
            <a:r>
              <a:rPr lang="ja-JP" altLang="en-US" sz="2400">
                <a:latin typeface="Calibri"/>
                <a:ea typeface="Calibri"/>
                <a:cs typeface="Calibri"/>
                <a:sym typeface="Calibri"/>
              </a:rPr>
              <a:t>を撮影し赤み度合いと円形度を</a:t>
            </a:r>
            <a:endParaRPr sz="2400" dirty="0">
              <a:latin typeface="Calibri"/>
              <a:ea typeface="Calibri"/>
              <a:cs typeface="Calibri"/>
              <a:sym typeface="Calibri"/>
            </a:endParaRPr>
          </a:p>
          <a:p>
            <a:r>
              <a:rPr lang="ja-JP" altLang="en-US" sz="2400">
                <a:latin typeface="Calibri"/>
                <a:ea typeface="Calibri"/>
                <a:cs typeface="Calibri"/>
                <a:sym typeface="Calibri"/>
              </a:rPr>
              <a:t>計測し平面にプロット</a:t>
            </a:r>
            <a:endParaRPr sz="2400" dirty="0">
              <a:latin typeface="Calibri"/>
              <a:ea typeface="Calibri"/>
              <a:cs typeface="Calibri"/>
              <a:sym typeface="Calibri"/>
            </a:endParaRPr>
          </a:p>
          <a:p>
            <a:endParaRPr sz="2400" dirty="0">
              <a:latin typeface="Calibri"/>
              <a:ea typeface="Calibri"/>
              <a:cs typeface="Calibri"/>
              <a:sym typeface="Calibri"/>
            </a:endParaRPr>
          </a:p>
          <a:p>
            <a:r>
              <a:rPr lang="ja-JP" altLang="en-US">
                <a:latin typeface="Calibri"/>
                <a:ea typeface="Calibri"/>
                <a:cs typeface="Calibri"/>
                <a:sym typeface="Calibri"/>
              </a:rPr>
              <a:t>円形度：</a:t>
            </a:r>
            <a:r>
              <a:rPr lang="en-US" altLang="ja-JP" dirty="0">
                <a:latin typeface="Calibri"/>
                <a:ea typeface="Calibri"/>
                <a:cs typeface="Calibri"/>
                <a:sym typeface="Calibri"/>
              </a:rPr>
              <a:t>9-2-7</a:t>
            </a:r>
            <a:r>
              <a:rPr lang="ja-JP" altLang="en-US">
                <a:latin typeface="Calibri"/>
                <a:ea typeface="Calibri"/>
                <a:cs typeface="Calibri"/>
                <a:sym typeface="Calibri"/>
              </a:rPr>
              <a:t>を参照</a:t>
            </a:r>
            <a:endParaRPr dirty="0">
              <a:latin typeface="Calibri"/>
              <a:ea typeface="Calibri"/>
              <a:cs typeface="Calibri"/>
              <a:sym typeface="Calibri"/>
            </a:endParaRPr>
          </a:p>
          <a:p>
            <a:endParaRPr sz="2400" dirty="0">
              <a:latin typeface="Calibri"/>
              <a:ea typeface="Calibri"/>
              <a:cs typeface="Calibri"/>
              <a:sym typeface="Calibri"/>
            </a:endParaRPr>
          </a:p>
        </p:txBody>
      </p:sp>
      <p:grpSp>
        <p:nvGrpSpPr>
          <p:cNvPr id="138" name="Google Shape;138;g2549820c676_3_0"/>
          <p:cNvGrpSpPr/>
          <p:nvPr/>
        </p:nvGrpSpPr>
        <p:grpSpPr>
          <a:xfrm>
            <a:off x="6231451" y="2124250"/>
            <a:ext cx="4436463" cy="4189200"/>
            <a:chOff x="175725" y="2075525"/>
            <a:chExt cx="4436463" cy="4189200"/>
          </a:xfrm>
        </p:grpSpPr>
        <p:sp>
          <p:nvSpPr>
            <p:cNvPr id="139" name="Google Shape;139;g2549820c676_3_0"/>
            <p:cNvSpPr/>
            <p:nvPr/>
          </p:nvSpPr>
          <p:spPr>
            <a:xfrm>
              <a:off x="180700" y="2075525"/>
              <a:ext cx="4334700" cy="4189200"/>
            </a:xfrm>
            <a:prstGeom prst="rect">
              <a:avLst/>
            </a:prstGeom>
            <a:solidFill>
              <a:schemeClr val="lt1"/>
            </a:solidFill>
            <a:ln w="9525" cap="flat" cmpd="sng">
              <a:solidFill>
                <a:schemeClr val="dk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sz="1700" b="1"/>
            </a:p>
          </p:txBody>
        </p:sp>
        <p:cxnSp>
          <p:nvCxnSpPr>
            <p:cNvPr id="140" name="Google Shape;140;g2549820c676_3_0"/>
            <p:cNvCxnSpPr/>
            <p:nvPr/>
          </p:nvCxnSpPr>
          <p:spPr>
            <a:xfrm rot="10800000">
              <a:off x="556875" y="2465075"/>
              <a:ext cx="0" cy="3410100"/>
            </a:xfrm>
            <a:prstGeom prst="straightConnector1">
              <a:avLst/>
            </a:prstGeom>
            <a:noFill/>
            <a:ln w="28575" cap="flat" cmpd="sng">
              <a:solidFill>
                <a:schemeClr val="dk2"/>
              </a:solidFill>
              <a:prstDash val="solid"/>
              <a:round/>
              <a:headEnd type="none" w="med" len="med"/>
              <a:tailEnd type="stealth" w="med" len="med"/>
            </a:ln>
          </p:spPr>
        </p:cxnSp>
        <p:sp>
          <p:nvSpPr>
            <p:cNvPr id="142" name="Google Shape;142;g2549820c676_3_0"/>
            <p:cNvSpPr txBox="1"/>
            <p:nvPr/>
          </p:nvSpPr>
          <p:spPr>
            <a:xfrm>
              <a:off x="175725" y="2124650"/>
              <a:ext cx="876600" cy="431100"/>
            </a:xfrm>
            <a:prstGeom prst="rect">
              <a:avLst/>
            </a:prstGeom>
            <a:noFill/>
            <a:ln>
              <a:noFill/>
            </a:ln>
          </p:spPr>
          <p:txBody>
            <a:bodyPr spcFirstLastPara="1" wrap="square" lIns="91425" tIns="91425" rIns="91425" bIns="91425" anchor="t" anchorCtr="0">
              <a:spAutoFit/>
            </a:bodyPr>
            <a:lstStyle/>
            <a:p>
              <a:r>
                <a:rPr lang="ja-JP" altLang="en-US" sz="1600" b="1">
                  <a:latin typeface="Calibri"/>
                  <a:ea typeface="Calibri"/>
                  <a:cs typeface="Calibri"/>
                  <a:sym typeface="Calibri"/>
                </a:rPr>
                <a:t>円形度</a:t>
              </a:r>
              <a:endParaRPr sz="1600" b="1">
                <a:latin typeface="Calibri"/>
                <a:ea typeface="Calibri"/>
                <a:cs typeface="Calibri"/>
                <a:sym typeface="Calibri"/>
              </a:endParaRPr>
            </a:p>
          </p:txBody>
        </p:sp>
        <p:sp>
          <p:nvSpPr>
            <p:cNvPr id="143" name="Google Shape;143;g2549820c676_3_0"/>
            <p:cNvSpPr txBox="1"/>
            <p:nvPr/>
          </p:nvSpPr>
          <p:spPr>
            <a:xfrm>
              <a:off x="3891400" y="5659625"/>
              <a:ext cx="624000" cy="431100"/>
            </a:xfrm>
            <a:prstGeom prst="rect">
              <a:avLst/>
            </a:prstGeom>
            <a:noFill/>
            <a:ln>
              <a:noFill/>
            </a:ln>
          </p:spPr>
          <p:txBody>
            <a:bodyPr spcFirstLastPara="1" wrap="square" lIns="91425" tIns="91425" rIns="91425" bIns="91425" anchor="t" anchorCtr="0">
              <a:spAutoFit/>
            </a:bodyPr>
            <a:lstStyle/>
            <a:p>
              <a:r>
                <a:rPr lang="ja-JP" altLang="en-US" sz="1600" b="1">
                  <a:latin typeface="Calibri"/>
                  <a:ea typeface="Calibri"/>
                  <a:cs typeface="Calibri"/>
                  <a:sym typeface="Calibri"/>
                </a:rPr>
                <a:t>赤み</a:t>
              </a:r>
              <a:endParaRPr sz="1600" b="1">
                <a:latin typeface="Calibri"/>
                <a:ea typeface="Calibri"/>
                <a:cs typeface="Calibri"/>
                <a:sym typeface="Calibri"/>
              </a:endParaRPr>
            </a:p>
          </p:txBody>
        </p:sp>
        <p:sp>
          <p:nvSpPr>
            <p:cNvPr id="144" name="Google Shape;144;g2549820c676_3_0"/>
            <p:cNvSpPr txBox="1"/>
            <p:nvPr/>
          </p:nvSpPr>
          <p:spPr>
            <a:xfrm>
              <a:off x="271900" y="5735825"/>
              <a:ext cx="389700" cy="492600"/>
            </a:xfrm>
            <a:prstGeom prst="rect">
              <a:avLst/>
            </a:prstGeom>
            <a:noFill/>
            <a:ln>
              <a:noFill/>
            </a:ln>
          </p:spPr>
          <p:txBody>
            <a:bodyPr spcFirstLastPara="1" wrap="square" lIns="91425" tIns="91425" rIns="91425" bIns="91425" anchor="t" anchorCtr="0">
              <a:spAutoFit/>
            </a:bodyPr>
            <a:lstStyle/>
            <a:p>
              <a:r>
                <a:rPr lang="en-US" altLang="ja-JP" sz="2000" b="1">
                  <a:latin typeface="Calibri"/>
                  <a:ea typeface="Calibri"/>
                  <a:cs typeface="Calibri"/>
                  <a:sym typeface="Calibri"/>
                </a:rPr>
                <a:t>0</a:t>
              </a:r>
              <a:endParaRPr sz="2000" b="1">
                <a:latin typeface="Calibri"/>
                <a:ea typeface="Calibri"/>
                <a:cs typeface="Calibri"/>
                <a:sym typeface="Calibri"/>
              </a:endParaRPr>
            </a:p>
          </p:txBody>
        </p:sp>
        <p:cxnSp>
          <p:nvCxnSpPr>
            <p:cNvPr id="145" name="Google Shape;145;g2549820c676_3_0"/>
            <p:cNvCxnSpPr/>
            <p:nvPr/>
          </p:nvCxnSpPr>
          <p:spPr>
            <a:xfrm rot="10800000">
              <a:off x="556875" y="2465075"/>
              <a:ext cx="0" cy="3410100"/>
            </a:xfrm>
            <a:prstGeom prst="straightConnector1">
              <a:avLst/>
            </a:prstGeom>
            <a:noFill/>
            <a:ln w="28575" cap="flat" cmpd="sng">
              <a:solidFill>
                <a:schemeClr val="dk2"/>
              </a:solidFill>
              <a:prstDash val="solid"/>
              <a:round/>
              <a:headEnd type="none" w="med" len="med"/>
              <a:tailEnd type="stealth" w="med" len="med"/>
            </a:ln>
          </p:spPr>
        </p:cxnSp>
        <p:cxnSp>
          <p:nvCxnSpPr>
            <p:cNvPr id="146" name="Google Shape;146;g2549820c676_3_0"/>
            <p:cNvCxnSpPr>
              <a:cxnSpLocks/>
              <a:endCxn id="147" idx="1"/>
            </p:cNvCxnSpPr>
            <p:nvPr/>
          </p:nvCxnSpPr>
          <p:spPr>
            <a:xfrm>
              <a:off x="554386" y="5875175"/>
              <a:ext cx="3337014" cy="0"/>
            </a:xfrm>
            <a:prstGeom prst="straightConnector1">
              <a:avLst/>
            </a:prstGeom>
            <a:noFill/>
            <a:ln w="28575" cap="flat" cmpd="sng">
              <a:solidFill>
                <a:schemeClr val="dk2"/>
              </a:solidFill>
              <a:prstDash val="solid"/>
              <a:round/>
              <a:headEnd type="none" w="med" len="med"/>
              <a:tailEnd type="stealth" w="med" len="med"/>
            </a:ln>
          </p:spPr>
        </p:cxnSp>
        <p:sp>
          <p:nvSpPr>
            <p:cNvPr id="147" name="Google Shape;147;g2549820c676_3_0"/>
            <p:cNvSpPr txBox="1"/>
            <p:nvPr/>
          </p:nvSpPr>
          <p:spPr>
            <a:xfrm>
              <a:off x="3891400" y="5659625"/>
              <a:ext cx="624000" cy="431100"/>
            </a:xfrm>
            <a:prstGeom prst="rect">
              <a:avLst/>
            </a:prstGeom>
            <a:noFill/>
            <a:ln>
              <a:noFill/>
            </a:ln>
          </p:spPr>
          <p:txBody>
            <a:bodyPr spcFirstLastPara="1" wrap="square" lIns="91425" tIns="91425" rIns="91425" bIns="91425" anchor="t" anchorCtr="0">
              <a:spAutoFit/>
            </a:bodyPr>
            <a:lstStyle/>
            <a:p>
              <a:r>
                <a:rPr lang="ja-JP" altLang="en-US" sz="1600" b="1">
                  <a:latin typeface="Calibri"/>
                  <a:ea typeface="Calibri"/>
                  <a:cs typeface="Calibri"/>
                  <a:sym typeface="Calibri"/>
                </a:rPr>
                <a:t>赤み</a:t>
              </a:r>
              <a:endParaRPr sz="1600" b="1">
                <a:latin typeface="Calibri"/>
                <a:ea typeface="Calibri"/>
                <a:cs typeface="Calibri"/>
                <a:sym typeface="Calibri"/>
              </a:endParaRPr>
            </a:p>
          </p:txBody>
        </p:sp>
        <p:sp>
          <p:nvSpPr>
            <p:cNvPr id="148" name="Google Shape;148;g2549820c676_3_0"/>
            <p:cNvSpPr txBox="1"/>
            <p:nvPr/>
          </p:nvSpPr>
          <p:spPr>
            <a:xfrm>
              <a:off x="271900" y="5735825"/>
              <a:ext cx="389700" cy="492600"/>
            </a:xfrm>
            <a:prstGeom prst="rect">
              <a:avLst/>
            </a:prstGeom>
            <a:noFill/>
            <a:ln>
              <a:noFill/>
            </a:ln>
          </p:spPr>
          <p:txBody>
            <a:bodyPr spcFirstLastPara="1" wrap="square" lIns="91425" tIns="91425" rIns="91425" bIns="91425" anchor="t" anchorCtr="0">
              <a:spAutoFit/>
            </a:bodyPr>
            <a:lstStyle/>
            <a:p>
              <a:r>
                <a:rPr lang="en-US" altLang="ja-JP" sz="2000" b="1">
                  <a:latin typeface="Calibri"/>
                  <a:ea typeface="Calibri"/>
                  <a:cs typeface="Calibri"/>
                  <a:sym typeface="Calibri"/>
                </a:rPr>
                <a:t>0</a:t>
              </a:r>
              <a:endParaRPr sz="2000" b="1">
                <a:latin typeface="Calibri"/>
                <a:ea typeface="Calibri"/>
                <a:cs typeface="Calibri"/>
                <a:sym typeface="Calibri"/>
              </a:endParaRPr>
            </a:p>
          </p:txBody>
        </p:sp>
        <p:sp>
          <p:nvSpPr>
            <p:cNvPr id="149" name="Google Shape;149;g2549820c676_3_0"/>
            <p:cNvSpPr/>
            <p:nvPr/>
          </p:nvSpPr>
          <p:spPr>
            <a:xfrm>
              <a:off x="1985625" y="2675325"/>
              <a:ext cx="247500" cy="247500"/>
            </a:xfrm>
            <a:prstGeom prst="flowChartConnector">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highlight>
                  <a:srgbClr val="FF0000"/>
                </a:highlight>
              </a:endParaRPr>
            </a:p>
          </p:txBody>
        </p:sp>
        <p:sp>
          <p:nvSpPr>
            <p:cNvPr id="150" name="Google Shape;150;g2549820c676_3_0"/>
            <p:cNvSpPr/>
            <p:nvPr/>
          </p:nvSpPr>
          <p:spPr>
            <a:xfrm>
              <a:off x="3166725" y="3275175"/>
              <a:ext cx="190500" cy="194575"/>
            </a:xfrm>
            <a:prstGeom prst="flowChartProcess">
              <a:avLst/>
            </a:prstGeom>
            <a:solidFill>
              <a:srgbClr val="1155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151" name="Google Shape;151;g2549820c676_3_0"/>
            <p:cNvSpPr/>
            <p:nvPr/>
          </p:nvSpPr>
          <p:spPr>
            <a:xfrm>
              <a:off x="995025" y="5098431"/>
              <a:ext cx="247500" cy="214045"/>
            </a:xfrm>
            <a:prstGeom prst="flowChartExtract">
              <a:avLst/>
            </a:prstGeom>
            <a:solidFill>
              <a:schemeClr val="accent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152" name="Google Shape;152;g2549820c676_3_0"/>
            <p:cNvSpPr/>
            <p:nvPr/>
          </p:nvSpPr>
          <p:spPr>
            <a:xfrm>
              <a:off x="1395000" y="3380013"/>
              <a:ext cx="247500" cy="247500"/>
            </a:xfrm>
            <a:prstGeom prst="flowChartConnector">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highlight>
                  <a:srgbClr val="FF0000"/>
                </a:highlight>
              </a:endParaRPr>
            </a:p>
          </p:txBody>
        </p:sp>
        <p:sp>
          <p:nvSpPr>
            <p:cNvPr id="153" name="Google Shape;153;g2549820c676_3_0"/>
            <p:cNvSpPr/>
            <p:nvPr/>
          </p:nvSpPr>
          <p:spPr>
            <a:xfrm>
              <a:off x="1795125" y="3380013"/>
              <a:ext cx="247500" cy="247500"/>
            </a:xfrm>
            <a:prstGeom prst="flowChartConnector">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highlight>
                  <a:srgbClr val="FF0000"/>
                </a:highlight>
              </a:endParaRPr>
            </a:p>
          </p:txBody>
        </p:sp>
        <p:sp>
          <p:nvSpPr>
            <p:cNvPr id="154" name="Google Shape;154;g2549820c676_3_0"/>
            <p:cNvSpPr/>
            <p:nvPr/>
          </p:nvSpPr>
          <p:spPr>
            <a:xfrm>
              <a:off x="1147500" y="3027675"/>
              <a:ext cx="247500" cy="247500"/>
            </a:xfrm>
            <a:prstGeom prst="flowChartConnector">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highlight>
                  <a:srgbClr val="FF0000"/>
                </a:highlight>
              </a:endParaRPr>
            </a:p>
          </p:txBody>
        </p:sp>
        <p:sp>
          <p:nvSpPr>
            <p:cNvPr id="155" name="Google Shape;155;g2549820c676_3_0"/>
            <p:cNvSpPr/>
            <p:nvPr/>
          </p:nvSpPr>
          <p:spPr>
            <a:xfrm>
              <a:off x="1661775" y="2846775"/>
              <a:ext cx="247500" cy="247500"/>
            </a:xfrm>
            <a:prstGeom prst="flowChartConnector">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highlight>
                  <a:srgbClr val="FF0000"/>
                </a:highlight>
              </a:endParaRPr>
            </a:p>
          </p:txBody>
        </p:sp>
        <p:sp>
          <p:nvSpPr>
            <p:cNvPr id="156" name="Google Shape;156;g2549820c676_3_0"/>
            <p:cNvSpPr/>
            <p:nvPr/>
          </p:nvSpPr>
          <p:spPr>
            <a:xfrm>
              <a:off x="1985625" y="3027663"/>
              <a:ext cx="247500" cy="247500"/>
            </a:xfrm>
            <a:prstGeom prst="flowChartConnector">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highlight>
                  <a:srgbClr val="FF0000"/>
                </a:highlight>
              </a:endParaRPr>
            </a:p>
          </p:txBody>
        </p:sp>
        <p:sp>
          <p:nvSpPr>
            <p:cNvPr id="157" name="Google Shape;157;g2549820c676_3_0"/>
            <p:cNvSpPr/>
            <p:nvPr/>
          </p:nvSpPr>
          <p:spPr>
            <a:xfrm>
              <a:off x="1414275" y="5171669"/>
              <a:ext cx="247500" cy="214045"/>
            </a:xfrm>
            <a:prstGeom prst="flowChartExtract">
              <a:avLst/>
            </a:prstGeom>
            <a:solidFill>
              <a:schemeClr val="accent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158" name="Google Shape;158;g2549820c676_3_0"/>
            <p:cNvSpPr/>
            <p:nvPr/>
          </p:nvSpPr>
          <p:spPr>
            <a:xfrm>
              <a:off x="1242525" y="4884381"/>
              <a:ext cx="247500" cy="214045"/>
            </a:xfrm>
            <a:prstGeom prst="flowChartExtract">
              <a:avLst/>
            </a:prstGeom>
            <a:solidFill>
              <a:schemeClr val="accent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159" name="Google Shape;159;g2549820c676_3_0"/>
            <p:cNvSpPr/>
            <p:nvPr/>
          </p:nvSpPr>
          <p:spPr>
            <a:xfrm>
              <a:off x="1795125" y="5098419"/>
              <a:ext cx="247500" cy="214045"/>
            </a:xfrm>
            <a:prstGeom prst="flowChartExtract">
              <a:avLst/>
            </a:prstGeom>
            <a:solidFill>
              <a:schemeClr val="accent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160" name="Google Shape;160;g2549820c676_3_0"/>
            <p:cNvSpPr/>
            <p:nvPr/>
          </p:nvSpPr>
          <p:spPr>
            <a:xfrm>
              <a:off x="1642500" y="4803156"/>
              <a:ext cx="247500" cy="214045"/>
            </a:xfrm>
            <a:prstGeom prst="flowChartExtract">
              <a:avLst/>
            </a:prstGeom>
            <a:solidFill>
              <a:schemeClr val="accent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161" name="Google Shape;161;g2549820c676_3_0"/>
            <p:cNvSpPr/>
            <p:nvPr/>
          </p:nvSpPr>
          <p:spPr>
            <a:xfrm>
              <a:off x="995025" y="4589106"/>
              <a:ext cx="247500" cy="214045"/>
            </a:xfrm>
            <a:prstGeom prst="flowChartExtract">
              <a:avLst/>
            </a:prstGeom>
            <a:solidFill>
              <a:schemeClr val="accent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162" name="Google Shape;162;g2549820c676_3_0"/>
            <p:cNvSpPr/>
            <p:nvPr/>
          </p:nvSpPr>
          <p:spPr>
            <a:xfrm>
              <a:off x="1242525" y="5379781"/>
              <a:ext cx="247500" cy="214045"/>
            </a:xfrm>
            <a:prstGeom prst="flowChartExtract">
              <a:avLst/>
            </a:prstGeom>
            <a:solidFill>
              <a:schemeClr val="accent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163" name="Google Shape;163;g2549820c676_3_0"/>
            <p:cNvSpPr/>
            <p:nvPr/>
          </p:nvSpPr>
          <p:spPr>
            <a:xfrm>
              <a:off x="1300125" y="4468156"/>
              <a:ext cx="247500" cy="214045"/>
            </a:xfrm>
            <a:prstGeom prst="flowChartExtract">
              <a:avLst/>
            </a:prstGeom>
            <a:solidFill>
              <a:schemeClr val="accent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164" name="Google Shape;164;g2549820c676_3_0"/>
            <p:cNvSpPr/>
            <p:nvPr/>
          </p:nvSpPr>
          <p:spPr>
            <a:xfrm>
              <a:off x="3662025" y="4149038"/>
              <a:ext cx="190500" cy="194575"/>
            </a:xfrm>
            <a:prstGeom prst="flowChartProcess">
              <a:avLst/>
            </a:prstGeom>
            <a:solidFill>
              <a:srgbClr val="1155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165" name="Google Shape;165;g2549820c676_3_0"/>
            <p:cNvSpPr/>
            <p:nvPr/>
          </p:nvSpPr>
          <p:spPr>
            <a:xfrm>
              <a:off x="3833475" y="3822088"/>
              <a:ext cx="190500" cy="194575"/>
            </a:xfrm>
            <a:prstGeom prst="flowChartProcess">
              <a:avLst/>
            </a:prstGeom>
            <a:solidFill>
              <a:srgbClr val="1155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166" name="Google Shape;166;g2549820c676_3_0"/>
            <p:cNvSpPr/>
            <p:nvPr/>
          </p:nvSpPr>
          <p:spPr>
            <a:xfrm>
              <a:off x="3433425" y="3886975"/>
              <a:ext cx="190500" cy="194575"/>
            </a:xfrm>
            <a:prstGeom prst="flowChartProcess">
              <a:avLst/>
            </a:prstGeom>
            <a:solidFill>
              <a:srgbClr val="1155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167" name="Google Shape;167;g2549820c676_3_0"/>
            <p:cNvSpPr/>
            <p:nvPr/>
          </p:nvSpPr>
          <p:spPr>
            <a:xfrm>
              <a:off x="2976225" y="3627525"/>
              <a:ext cx="190500" cy="194575"/>
            </a:xfrm>
            <a:prstGeom prst="flowChartProcess">
              <a:avLst/>
            </a:prstGeom>
            <a:solidFill>
              <a:srgbClr val="1155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168" name="Google Shape;168;g2549820c676_3_0"/>
            <p:cNvSpPr/>
            <p:nvPr/>
          </p:nvSpPr>
          <p:spPr>
            <a:xfrm>
              <a:off x="3642975" y="3506050"/>
              <a:ext cx="190500" cy="194575"/>
            </a:xfrm>
            <a:prstGeom prst="flowChartProcess">
              <a:avLst/>
            </a:prstGeom>
            <a:solidFill>
              <a:srgbClr val="1155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169" name="Google Shape;169;g2549820c676_3_0"/>
            <p:cNvSpPr/>
            <p:nvPr/>
          </p:nvSpPr>
          <p:spPr>
            <a:xfrm>
              <a:off x="3309600" y="3581088"/>
              <a:ext cx="190500" cy="194575"/>
            </a:xfrm>
            <a:prstGeom prst="flowChartProcess">
              <a:avLst/>
            </a:prstGeom>
            <a:solidFill>
              <a:srgbClr val="1155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170" name="Google Shape;170;g2549820c676_3_0"/>
            <p:cNvSpPr/>
            <p:nvPr/>
          </p:nvSpPr>
          <p:spPr>
            <a:xfrm>
              <a:off x="3242925" y="4136950"/>
              <a:ext cx="190500" cy="194575"/>
            </a:xfrm>
            <a:prstGeom prst="flowChartProcess">
              <a:avLst/>
            </a:prstGeom>
            <a:solidFill>
              <a:srgbClr val="1155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171" name="Google Shape;171;g2549820c676_3_0"/>
            <p:cNvSpPr/>
            <p:nvPr/>
          </p:nvSpPr>
          <p:spPr>
            <a:xfrm>
              <a:off x="3033375" y="3886988"/>
              <a:ext cx="190500" cy="194575"/>
            </a:xfrm>
            <a:prstGeom prst="flowChartProcess">
              <a:avLst/>
            </a:prstGeom>
            <a:solidFill>
              <a:srgbClr val="1155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cxnSp>
          <p:nvCxnSpPr>
            <p:cNvPr id="172" name="Google Shape;172;g2549820c676_3_0"/>
            <p:cNvCxnSpPr/>
            <p:nvPr/>
          </p:nvCxnSpPr>
          <p:spPr>
            <a:xfrm flipH="1">
              <a:off x="2233275" y="2751525"/>
              <a:ext cx="432300" cy="338100"/>
            </a:xfrm>
            <a:prstGeom prst="straightConnector1">
              <a:avLst/>
            </a:prstGeom>
            <a:noFill/>
            <a:ln w="28575" cap="flat" cmpd="sng">
              <a:solidFill>
                <a:schemeClr val="dk2"/>
              </a:solidFill>
              <a:prstDash val="solid"/>
              <a:round/>
              <a:headEnd type="none" w="med" len="med"/>
              <a:tailEnd type="stealth" w="med" len="med"/>
            </a:ln>
          </p:spPr>
        </p:cxnSp>
        <p:cxnSp>
          <p:nvCxnSpPr>
            <p:cNvPr id="173" name="Google Shape;173;g2549820c676_3_0"/>
            <p:cNvCxnSpPr/>
            <p:nvPr/>
          </p:nvCxnSpPr>
          <p:spPr>
            <a:xfrm flipH="1">
              <a:off x="3405288" y="2922825"/>
              <a:ext cx="432300" cy="338100"/>
            </a:xfrm>
            <a:prstGeom prst="straightConnector1">
              <a:avLst/>
            </a:prstGeom>
            <a:noFill/>
            <a:ln w="28575" cap="flat" cmpd="sng">
              <a:solidFill>
                <a:schemeClr val="dk2"/>
              </a:solidFill>
              <a:prstDash val="solid"/>
              <a:round/>
              <a:headEnd type="none" w="med" len="med"/>
              <a:tailEnd type="stealth" w="med" len="med"/>
            </a:ln>
          </p:spPr>
        </p:cxnSp>
        <p:cxnSp>
          <p:nvCxnSpPr>
            <p:cNvPr id="174" name="Google Shape;174;g2549820c676_3_0"/>
            <p:cNvCxnSpPr/>
            <p:nvPr/>
          </p:nvCxnSpPr>
          <p:spPr>
            <a:xfrm flipH="1">
              <a:off x="1550088" y="4230550"/>
              <a:ext cx="432300" cy="338100"/>
            </a:xfrm>
            <a:prstGeom prst="straightConnector1">
              <a:avLst/>
            </a:prstGeom>
            <a:noFill/>
            <a:ln w="28575" cap="flat" cmpd="sng">
              <a:solidFill>
                <a:schemeClr val="dk2"/>
              </a:solidFill>
              <a:prstDash val="solid"/>
              <a:round/>
              <a:headEnd type="none" w="med" len="med"/>
              <a:tailEnd type="stealth" w="med" len="med"/>
            </a:ln>
          </p:spPr>
        </p:cxnSp>
        <p:sp>
          <p:nvSpPr>
            <p:cNvPr id="175" name="Google Shape;175;g2549820c676_3_0"/>
            <p:cNvSpPr txBox="1"/>
            <p:nvPr/>
          </p:nvSpPr>
          <p:spPr>
            <a:xfrm>
              <a:off x="2622250" y="2442475"/>
              <a:ext cx="876600" cy="431100"/>
            </a:xfrm>
            <a:prstGeom prst="rect">
              <a:avLst/>
            </a:prstGeom>
            <a:noFill/>
            <a:ln>
              <a:noFill/>
            </a:ln>
          </p:spPr>
          <p:txBody>
            <a:bodyPr spcFirstLastPara="1" wrap="square" lIns="91425" tIns="91425" rIns="91425" bIns="91425" anchor="t" anchorCtr="0">
              <a:spAutoFit/>
            </a:bodyPr>
            <a:lstStyle/>
            <a:p>
              <a:r>
                <a:rPr lang="ja-JP" altLang="en-US" sz="1600" b="1">
                  <a:latin typeface="Calibri"/>
                  <a:ea typeface="Calibri"/>
                  <a:cs typeface="Calibri"/>
                  <a:sym typeface="Calibri"/>
                </a:rPr>
                <a:t>みかん</a:t>
              </a:r>
              <a:endParaRPr sz="1600" b="1">
                <a:latin typeface="Calibri"/>
                <a:ea typeface="Calibri"/>
                <a:cs typeface="Calibri"/>
                <a:sym typeface="Calibri"/>
              </a:endParaRPr>
            </a:p>
          </p:txBody>
        </p:sp>
        <p:sp>
          <p:nvSpPr>
            <p:cNvPr id="176" name="Google Shape;176;g2549820c676_3_0"/>
            <p:cNvSpPr txBox="1"/>
            <p:nvPr/>
          </p:nvSpPr>
          <p:spPr>
            <a:xfrm>
              <a:off x="3735588" y="2626525"/>
              <a:ext cx="876600" cy="431100"/>
            </a:xfrm>
            <a:prstGeom prst="rect">
              <a:avLst/>
            </a:prstGeom>
            <a:noFill/>
            <a:ln>
              <a:noFill/>
            </a:ln>
          </p:spPr>
          <p:txBody>
            <a:bodyPr spcFirstLastPara="1" wrap="square" lIns="91425" tIns="91425" rIns="91425" bIns="91425" anchor="t" anchorCtr="0">
              <a:spAutoFit/>
            </a:bodyPr>
            <a:lstStyle/>
            <a:p>
              <a:r>
                <a:rPr lang="ja-JP" altLang="en-US" sz="1600" b="1">
                  <a:latin typeface="Calibri"/>
                  <a:ea typeface="Calibri"/>
                  <a:cs typeface="Calibri"/>
                  <a:sym typeface="Calibri"/>
                </a:rPr>
                <a:t>りんご</a:t>
              </a:r>
              <a:endParaRPr sz="1600" b="1">
                <a:latin typeface="Calibri"/>
                <a:ea typeface="Calibri"/>
                <a:cs typeface="Calibri"/>
                <a:sym typeface="Calibri"/>
              </a:endParaRPr>
            </a:p>
          </p:txBody>
        </p:sp>
        <p:sp>
          <p:nvSpPr>
            <p:cNvPr id="177" name="Google Shape;177;g2549820c676_3_0"/>
            <p:cNvSpPr txBox="1"/>
            <p:nvPr/>
          </p:nvSpPr>
          <p:spPr>
            <a:xfrm>
              <a:off x="1909750" y="3971238"/>
              <a:ext cx="876600" cy="431100"/>
            </a:xfrm>
            <a:prstGeom prst="rect">
              <a:avLst/>
            </a:prstGeom>
            <a:noFill/>
            <a:ln>
              <a:noFill/>
            </a:ln>
          </p:spPr>
          <p:txBody>
            <a:bodyPr spcFirstLastPara="1" wrap="square" lIns="91425" tIns="91425" rIns="91425" bIns="91425" anchor="t" anchorCtr="0">
              <a:spAutoFit/>
            </a:bodyPr>
            <a:lstStyle/>
            <a:p>
              <a:r>
                <a:rPr lang="ja-JP" altLang="en-US" sz="1600" b="1">
                  <a:latin typeface="Calibri"/>
                  <a:ea typeface="Calibri"/>
                  <a:cs typeface="Calibri"/>
                  <a:sym typeface="Calibri"/>
                </a:rPr>
                <a:t>レモン</a:t>
              </a:r>
              <a:endParaRPr sz="1600" b="1">
                <a:latin typeface="Calibri"/>
                <a:ea typeface="Calibri"/>
                <a:cs typeface="Calibri"/>
                <a:sym typeface="Calibri"/>
              </a:endParaRPr>
            </a:p>
          </p:txBody>
        </p:sp>
      </p:grpSp>
      <p:sp>
        <p:nvSpPr>
          <p:cNvPr id="178" name="Google Shape;178;g2549820c676_3_0"/>
          <p:cNvSpPr txBox="1"/>
          <p:nvPr/>
        </p:nvSpPr>
        <p:spPr>
          <a:xfrm>
            <a:off x="6570188" y="6313450"/>
            <a:ext cx="3759000" cy="431100"/>
          </a:xfrm>
          <a:prstGeom prst="rect">
            <a:avLst/>
          </a:prstGeom>
          <a:noFill/>
          <a:ln>
            <a:noFill/>
          </a:ln>
        </p:spPr>
        <p:txBody>
          <a:bodyPr spcFirstLastPara="1" wrap="square" lIns="91425" tIns="91425" rIns="91425" bIns="91425" anchor="t" anchorCtr="0">
            <a:spAutoFit/>
          </a:bodyPr>
          <a:lstStyle/>
          <a:p>
            <a:pPr algn="ctr"/>
            <a:r>
              <a:rPr lang="en-US" altLang="ja-JP" sz="1600">
                <a:latin typeface="Calibri"/>
                <a:ea typeface="Calibri"/>
                <a:cs typeface="Calibri"/>
                <a:sym typeface="Calibri"/>
              </a:rPr>
              <a:t>2</a:t>
            </a:r>
            <a:r>
              <a:rPr lang="ja-JP" altLang="en-US" sz="1600">
                <a:latin typeface="Calibri"/>
                <a:ea typeface="Calibri"/>
                <a:cs typeface="Calibri"/>
                <a:sym typeface="Calibri"/>
              </a:rPr>
              <a:t>次元の特徴空間での果物のクラス</a:t>
            </a:r>
            <a:endParaRPr sz="160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g2549820c676_3_7"/>
          <p:cNvSpPr txBox="1">
            <a:spLocks noGrp="1"/>
          </p:cNvSpPr>
          <p:nvPr>
            <p:ph type="title"/>
          </p:nvPr>
        </p:nvSpPr>
        <p:spPr>
          <a:xfrm>
            <a:off x="277895" y="109030"/>
            <a:ext cx="9778315" cy="667131"/>
          </a:xfrm>
        </p:spPr>
        <p:txBody>
          <a:bodyPr spcFirstLastPara="1" vert="horz" wrap="square" lIns="91425" tIns="45700" rIns="91425" bIns="45700" rtlCol="0" anchor="ctr" anchorCtr="0">
            <a:normAutofit fontScale="90000"/>
          </a:bodyPr>
          <a:lstStyle/>
          <a:p>
            <a:r>
              <a:rPr lang="ja-JP" altLang="en-US"/>
              <a:t>プロトタイプ（代表点）法による識別</a:t>
            </a:r>
          </a:p>
        </p:txBody>
      </p:sp>
      <p:sp>
        <p:nvSpPr>
          <p:cNvPr id="185" name="Google Shape;185;g2549820c676_3_7"/>
          <p:cNvSpPr txBox="1">
            <a:spLocks noGrp="1"/>
          </p:cNvSpPr>
          <p:nvPr>
            <p:ph type="body" idx="1"/>
          </p:nvPr>
        </p:nvSpPr>
        <p:spPr>
          <a:xfrm>
            <a:off x="277894" y="994018"/>
            <a:ext cx="11614847" cy="5195455"/>
          </a:xfrm>
        </p:spPr>
        <p:txBody>
          <a:bodyPr spcFirstLastPara="1" vert="horz" wrap="square" lIns="91425" tIns="45700" rIns="91425" bIns="45700" rtlCol="0" anchor="t" anchorCtr="0">
            <a:noAutofit/>
          </a:bodyPr>
          <a:lstStyle/>
          <a:p>
            <a:r>
              <a:rPr lang="ja-JP" altLang="en-US"/>
              <a:t>テストデータに近いプロトタイプを見つける手法</a:t>
            </a:r>
            <a:endParaRPr lang="en-US" altLang="ja-JP" dirty="0"/>
          </a:p>
          <a:p>
            <a:pPr lvl="1"/>
            <a:r>
              <a:rPr lang="ja-JP" altLang="en-US"/>
              <a:t>テスト画像が入ってきたときプロトタイプとの距離を</a:t>
            </a:r>
            <a:br>
              <a:rPr lang="en-US" altLang="ja-JP" dirty="0"/>
            </a:br>
            <a:r>
              <a:rPr lang="ja-JP" altLang="en-US"/>
              <a:t>比較し，”りんご” “みかん” “レモン”かのいずれかに識別</a:t>
            </a:r>
          </a:p>
        </p:txBody>
      </p:sp>
      <p:sp>
        <p:nvSpPr>
          <p:cNvPr id="186" name="Google Shape;186;g2549820c676_3_7"/>
          <p:cNvSpPr txBox="1">
            <a:spLocks noGrp="1"/>
          </p:cNvSpPr>
          <p:nvPr>
            <p:ph type="sldNum" idx="12"/>
          </p:nvPr>
        </p:nvSpPr>
        <p:spPr>
          <a:xfrm>
            <a:off x="11444346" y="-71929"/>
            <a:ext cx="896789" cy="476682"/>
          </a:xfrm>
        </p:spPr>
        <p:txBody>
          <a:bodyPr spcFirstLastPara="1" vert="horz" wrap="square" lIns="91425" tIns="45700" rIns="91425" bIns="45700" rtlCol="0" anchor="ctr" anchorCtr="0">
            <a:noAutofit/>
          </a:bodyPr>
          <a:lstStyle/>
          <a:p>
            <a:fld id="{00000000-1234-1234-1234-123412341234}" type="slidenum">
              <a:rPr lang="en-US" altLang="ja-JP"/>
              <a:pPr/>
              <a:t>6</a:t>
            </a:fld>
            <a:endParaRPr lang="en-US"/>
          </a:p>
        </p:txBody>
      </p:sp>
      <p:sp>
        <p:nvSpPr>
          <p:cNvPr id="187" name="Google Shape;187;g2549820c676_3_7"/>
          <p:cNvSpPr/>
          <p:nvPr/>
        </p:nvSpPr>
        <p:spPr>
          <a:xfrm>
            <a:off x="1704700" y="2685125"/>
            <a:ext cx="4334700" cy="4189200"/>
          </a:xfrm>
          <a:prstGeom prst="rect">
            <a:avLst/>
          </a:prstGeom>
          <a:solidFill>
            <a:schemeClr val="lt1"/>
          </a:solidFill>
          <a:ln w="9525" cap="flat" cmpd="sng">
            <a:solidFill>
              <a:schemeClr val="dk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sz="1700" b="1"/>
          </a:p>
        </p:txBody>
      </p:sp>
      <p:cxnSp>
        <p:nvCxnSpPr>
          <p:cNvPr id="188" name="Google Shape;188;g2549820c676_3_7"/>
          <p:cNvCxnSpPr/>
          <p:nvPr/>
        </p:nvCxnSpPr>
        <p:spPr>
          <a:xfrm rot="10800000">
            <a:off x="2080875" y="3074675"/>
            <a:ext cx="0" cy="3410100"/>
          </a:xfrm>
          <a:prstGeom prst="straightConnector1">
            <a:avLst/>
          </a:prstGeom>
          <a:noFill/>
          <a:ln w="28575" cap="flat" cmpd="sng">
            <a:solidFill>
              <a:schemeClr val="dk2"/>
            </a:solidFill>
            <a:prstDash val="solid"/>
            <a:round/>
            <a:headEnd type="none" w="med" len="med"/>
            <a:tailEnd type="stealth" w="med" len="med"/>
          </a:ln>
        </p:spPr>
      </p:cxnSp>
      <p:sp>
        <p:nvSpPr>
          <p:cNvPr id="190" name="Google Shape;190;g2549820c676_3_7"/>
          <p:cNvSpPr txBox="1"/>
          <p:nvPr/>
        </p:nvSpPr>
        <p:spPr>
          <a:xfrm>
            <a:off x="1699725" y="2734250"/>
            <a:ext cx="876600" cy="431100"/>
          </a:xfrm>
          <a:prstGeom prst="rect">
            <a:avLst/>
          </a:prstGeom>
          <a:noFill/>
          <a:ln>
            <a:noFill/>
          </a:ln>
        </p:spPr>
        <p:txBody>
          <a:bodyPr spcFirstLastPara="1" wrap="square" lIns="91425" tIns="91425" rIns="91425" bIns="91425" anchor="t" anchorCtr="0">
            <a:spAutoFit/>
          </a:bodyPr>
          <a:lstStyle/>
          <a:p>
            <a:r>
              <a:rPr lang="ja-JP" altLang="en-US" sz="1600" b="1">
                <a:latin typeface="Calibri"/>
                <a:ea typeface="Calibri"/>
                <a:cs typeface="Calibri"/>
                <a:sym typeface="Calibri"/>
              </a:rPr>
              <a:t>円形度</a:t>
            </a:r>
            <a:endParaRPr sz="1600" b="1">
              <a:latin typeface="Calibri"/>
              <a:ea typeface="Calibri"/>
              <a:cs typeface="Calibri"/>
              <a:sym typeface="Calibri"/>
            </a:endParaRPr>
          </a:p>
        </p:txBody>
      </p:sp>
      <p:sp>
        <p:nvSpPr>
          <p:cNvPr id="191" name="Google Shape;191;g2549820c676_3_7"/>
          <p:cNvSpPr txBox="1"/>
          <p:nvPr/>
        </p:nvSpPr>
        <p:spPr>
          <a:xfrm>
            <a:off x="5415400" y="6269225"/>
            <a:ext cx="624000" cy="431100"/>
          </a:xfrm>
          <a:prstGeom prst="rect">
            <a:avLst/>
          </a:prstGeom>
          <a:noFill/>
          <a:ln>
            <a:noFill/>
          </a:ln>
        </p:spPr>
        <p:txBody>
          <a:bodyPr spcFirstLastPara="1" wrap="square" lIns="91425" tIns="91425" rIns="91425" bIns="91425" anchor="t" anchorCtr="0">
            <a:spAutoFit/>
          </a:bodyPr>
          <a:lstStyle/>
          <a:p>
            <a:r>
              <a:rPr lang="ja-JP" altLang="en-US" sz="1600" b="1">
                <a:latin typeface="Calibri"/>
                <a:ea typeface="Calibri"/>
                <a:cs typeface="Calibri"/>
                <a:sym typeface="Calibri"/>
              </a:rPr>
              <a:t>赤み</a:t>
            </a:r>
            <a:endParaRPr sz="1600" b="1">
              <a:latin typeface="Calibri"/>
              <a:ea typeface="Calibri"/>
              <a:cs typeface="Calibri"/>
              <a:sym typeface="Calibri"/>
            </a:endParaRPr>
          </a:p>
        </p:txBody>
      </p:sp>
      <p:sp>
        <p:nvSpPr>
          <p:cNvPr id="192" name="Google Shape;192;g2549820c676_3_7"/>
          <p:cNvSpPr txBox="1"/>
          <p:nvPr/>
        </p:nvSpPr>
        <p:spPr>
          <a:xfrm>
            <a:off x="1795900" y="6345425"/>
            <a:ext cx="389700" cy="492600"/>
          </a:xfrm>
          <a:prstGeom prst="rect">
            <a:avLst/>
          </a:prstGeom>
          <a:noFill/>
          <a:ln>
            <a:noFill/>
          </a:ln>
        </p:spPr>
        <p:txBody>
          <a:bodyPr spcFirstLastPara="1" wrap="square" lIns="91425" tIns="91425" rIns="91425" bIns="91425" anchor="t" anchorCtr="0">
            <a:spAutoFit/>
          </a:bodyPr>
          <a:lstStyle/>
          <a:p>
            <a:r>
              <a:rPr lang="en-US" altLang="ja-JP" sz="2000" b="1">
                <a:latin typeface="Calibri"/>
                <a:ea typeface="Calibri"/>
                <a:cs typeface="Calibri"/>
                <a:sym typeface="Calibri"/>
              </a:rPr>
              <a:t>0</a:t>
            </a:r>
            <a:endParaRPr sz="2000" b="1">
              <a:latin typeface="Calibri"/>
              <a:ea typeface="Calibri"/>
              <a:cs typeface="Calibri"/>
              <a:sym typeface="Calibri"/>
            </a:endParaRPr>
          </a:p>
        </p:txBody>
      </p:sp>
      <p:cxnSp>
        <p:nvCxnSpPr>
          <p:cNvPr id="193" name="Google Shape;193;g2549820c676_3_7"/>
          <p:cNvCxnSpPr/>
          <p:nvPr/>
        </p:nvCxnSpPr>
        <p:spPr>
          <a:xfrm rot="10800000">
            <a:off x="2080875" y="3074675"/>
            <a:ext cx="0" cy="3410100"/>
          </a:xfrm>
          <a:prstGeom prst="straightConnector1">
            <a:avLst/>
          </a:prstGeom>
          <a:noFill/>
          <a:ln w="28575" cap="flat" cmpd="sng">
            <a:solidFill>
              <a:schemeClr val="dk2"/>
            </a:solidFill>
            <a:prstDash val="solid"/>
            <a:round/>
            <a:headEnd type="none" w="med" len="med"/>
            <a:tailEnd type="stealth" w="med" len="med"/>
          </a:ln>
        </p:spPr>
      </p:cxnSp>
      <p:cxnSp>
        <p:nvCxnSpPr>
          <p:cNvPr id="194" name="Google Shape;194;g2549820c676_3_7"/>
          <p:cNvCxnSpPr>
            <a:cxnSpLocks/>
            <a:endCxn id="195" idx="1"/>
          </p:cNvCxnSpPr>
          <p:nvPr/>
        </p:nvCxnSpPr>
        <p:spPr>
          <a:xfrm>
            <a:off x="2080874" y="6484775"/>
            <a:ext cx="3334526" cy="0"/>
          </a:xfrm>
          <a:prstGeom prst="straightConnector1">
            <a:avLst/>
          </a:prstGeom>
          <a:noFill/>
          <a:ln w="28575" cap="flat" cmpd="sng">
            <a:solidFill>
              <a:schemeClr val="dk2"/>
            </a:solidFill>
            <a:prstDash val="solid"/>
            <a:round/>
            <a:headEnd type="none" w="med" len="med"/>
            <a:tailEnd type="stealth" w="med" len="med"/>
          </a:ln>
        </p:spPr>
      </p:cxnSp>
      <p:sp>
        <p:nvSpPr>
          <p:cNvPr id="195" name="Google Shape;195;g2549820c676_3_7"/>
          <p:cNvSpPr txBox="1"/>
          <p:nvPr/>
        </p:nvSpPr>
        <p:spPr>
          <a:xfrm>
            <a:off x="5415400" y="6269225"/>
            <a:ext cx="624000" cy="431100"/>
          </a:xfrm>
          <a:prstGeom prst="rect">
            <a:avLst/>
          </a:prstGeom>
          <a:noFill/>
          <a:ln>
            <a:noFill/>
          </a:ln>
        </p:spPr>
        <p:txBody>
          <a:bodyPr spcFirstLastPara="1" wrap="square" lIns="91425" tIns="91425" rIns="91425" bIns="91425" anchor="t" anchorCtr="0">
            <a:spAutoFit/>
          </a:bodyPr>
          <a:lstStyle/>
          <a:p>
            <a:r>
              <a:rPr lang="ja-JP" altLang="en-US" sz="1600" b="1">
                <a:latin typeface="Calibri"/>
                <a:ea typeface="Calibri"/>
                <a:cs typeface="Calibri"/>
                <a:sym typeface="Calibri"/>
              </a:rPr>
              <a:t>赤み</a:t>
            </a:r>
            <a:endParaRPr sz="1600" b="1">
              <a:latin typeface="Calibri"/>
              <a:ea typeface="Calibri"/>
              <a:cs typeface="Calibri"/>
              <a:sym typeface="Calibri"/>
            </a:endParaRPr>
          </a:p>
        </p:txBody>
      </p:sp>
      <p:sp>
        <p:nvSpPr>
          <p:cNvPr id="196" name="Google Shape;196;g2549820c676_3_7"/>
          <p:cNvSpPr txBox="1"/>
          <p:nvPr/>
        </p:nvSpPr>
        <p:spPr>
          <a:xfrm>
            <a:off x="1795900" y="6345425"/>
            <a:ext cx="389700" cy="492600"/>
          </a:xfrm>
          <a:prstGeom prst="rect">
            <a:avLst/>
          </a:prstGeom>
          <a:noFill/>
          <a:ln>
            <a:noFill/>
          </a:ln>
        </p:spPr>
        <p:txBody>
          <a:bodyPr spcFirstLastPara="1" wrap="square" lIns="91425" tIns="91425" rIns="91425" bIns="91425" anchor="t" anchorCtr="0">
            <a:spAutoFit/>
          </a:bodyPr>
          <a:lstStyle/>
          <a:p>
            <a:r>
              <a:rPr lang="en-US" altLang="ja-JP" sz="2000" b="1">
                <a:latin typeface="Calibri"/>
                <a:ea typeface="Calibri"/>
                <a:cs typeface="Calibri"/>
                <a:sym typeface="Calibri"/>
              </a:rPr>
              <a:t>0</a:t>
            </a:r>
            <a:endParaRPr sz="2000" b="1">
              <a:latin typeface="Calibri"/>
              <a:ea typeface="Calibri"/>
              <a:cs typeface="Calibri"/>
              <a:sym typeface="Calibri"/>
            </a:endParaRPr>
          </a:p>
        </p:txBody>
      </p:sp>
      <p:sp>
        <p:nvSpPr>
          <p:cNvPr id="197" name="Google Shape;197;g2549820c676_3_7"/>
          <p:cNvSpPr/>
          <p:nvPr/>
        </p:nvSpPr>
        <p:spPr>
          <a:xfrm>
            <a:off x="3509625" y="3284925"/>
            <a:ext cx="247500" cy="247500"/>
          </a:xfrm>
          <a:prstGeom prst="flowChartConnector">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highlight>
                <a:srgbClr val="FF0000"/>
              </a:highlight>
            </a:endParaRPr>
          </a:p>
        </p:txBody>
      </p:sp>
      <p:sp>
        <p:nvSpPr>
          <p:cNvPr id="198" name="Google Shape;198;g2549820c676_3_7"/>
          <p:cNvSpPr/>
          <p:nvPr/>
        </p:nvSpPr>
        <p:spPr>
          <a:xfrm>
            <a:off x="4690725" y="3884776"/>
            <a:ext cx="190500" cy="194575"/>
          </a:xfrm>
          <a:prstGeom prst="flowChartProcess">
            <a:avLst/>
          </a:prstGeom>
          <a:solidFill>
            <a:srgbClr val="1155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199" name="Google Shape;199;g2549820c676_3_7"/>
          <p:cNvSpPr/>
          <p:nvPr/>
        </p:nvSpPr>
        <p:spPr>
          <a:xfrm>
            <a:off x="2519025" y="5708032"/>
            <a:ext cx="247500" cy="214045"/>
          </a:xfrm>
          <a:prstGeom prst="flowChartExtract">
            <a:avLst/>
          </a:prstGeom>
          <a:solidFill>
            <a:schemeClr val="accent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200" name="Google Shape;200;g2549820c676_3_7"/>
          <p:cNvSpPr/>
          <p:nvPr/>
        </p:nvSpPr>
        <p:spPr>
          <a:xfrm>
            <a:off x="2919000" y="3989613"/>
            <a:ext cx="247500" cy="247500"/>
          </a:xfrm>
          <a:prstGeom prst="flowChartConnector">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highlight>
                <a:srgbClr val="FF0000"/>
              </a:highlight>
            </a:endParaRPr>
          </a:p>
        </p:txBody>
      </p:sp>
      <p:sp>
        <p:nvSpPr>
          <p:cNvPr id="201" name="Google Shape;201;g2549820c676_3_7"/>
          <p:cNvSpPr/>
          <p:nvPr/>
        </p:nvSpPr>
        <p:spPr>
          <a:xfrm>
            <a:off x="3319125" y="3989613"/>
            <a:ext cx="247500" cy="247500"/>
          </a:xfrm>
          <a:prstGeom prst="flowChartConnector">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highlight>
                <a:srgbClr val="FF0000"/>
              </a:highlight>
            </a:endParaRPr>
          </a:p>
        </p:txBody>
      </p:sp>
      <p:sp>
        <p:nvSpPr>
          <p:cNvPr id="202" name="Google Shape;202;g2549820c676_3_7"/>
          <p:cNvSpPr/>
          <p:nvPr/>
        </p:nvSpPr>
        <p:spPr>
          <a:xfrm>
            <a:off x="2671500" y="3637275"/>
            <a:ext cx="247500" cy="247500"/>
          </a:xfrm>
          <a:prstGeom prst="flowChartConnector">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highlight>
                <a:srgbClr val="FF0000"/>
              </a:highlight>
            </a:endParaRPr>
          </a:p>
        </p:txBody>
      </p:sp>
      <p:sp>
        <p:nvSpPr>
          <p:cNvPr id="203" name="Google Shape;203;g2549820c676_3_7"/>
          <p:cNvSpPr/>
          <p:nvPr/>
        </p:nvSpPr>
        <p:spPr>
          <a:xfrm>
            <a:off x="3185775" y="3456375"/>
            <a:ext cx="247500" cy="247500"/>
          </a:xfrm>
          <a:prstGeom prst="flowChartConnector">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highlight>
                <a:srgbClr val="FF0000"/>
              </a:highlight>
            </a:endParaRPr>
          </a:p>
        </p:txBody>
      </p:sp>
      <p:sp>
        <p:nvSpPr>
          <p:cNvPr id="204" name="Google Shape;204;g2549820c676_3_7"/>
          <p:cNvSpPr/>
          <p:nvPr/>
        </p:nvSpPr>
        <p:spPr>
          <a:xfrm>
            <a:off x="3509625" y="3637263"/>
            <a:ext cx="247500" cy="247500"/>
          </a:xfrm>
          <a:prstGeom prst="flowChartConnector">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highlight>
                <a:srgbClr val="FF0000"/>
              </a:highlight>
            </a:endParaRPr>
          </a:p>
        </p:txBody>
      </p:sp>
      <p:sp>
        <p:nvSpPr>
          <p:cNvPr id="205" name="Google Shape;205;g2549820c676_3_7"/>
          <p:cNvSpPr/>
          <p:nvPr/>
        </p:nvSpPr>
        <p:spPr>
          <a:xfrm>
            <a:off x="2938275" y="5781270"/>
            <a:ext cx="247500" cy="214045"/>
          </a:xfrm>
          <a:prstGeom prst="flowChartExtract">
            <a:avLst/>
          </a:prstGeom>
          <a:solidFill>
            <a:schemeClr val="accent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206" name="Google Shape;206;g2549820c676_3_7"/>
          <p:cNvSpPr/>
          <p:nvPr/>
        </p:nvSpPr>
        <p:spPr>
          <a:xfrm>
            <a:off x="2766525" y="5493982"/>
            <a:ext cx="247500" cy="214045"/>
          </a:xfrm>
          <a:prstGeom prst="flowChartExtract">
            <a:avLst/>
          </a:prstGeom>
          <a:solidFill>
            <a:schemeClr val="accent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207" name="Google Shape;207;g2549820c676_3_7"/>
          <p:cNvSpPr/>
          <p:nvPr/>
        </p:nvSpPr>
        <p:spPr>
          <a:xfrm>
            <a:off x="3319125" y="5708020"/>
            <a:ext cx="247500" cy="214045"/>
          </a:xfrm>
          <a:prstGeom prst="flowChartExtract">
            <a:avLst/>
          </a:prstGeom>
          <a:solidFill>
            <a:schemeClr val="accent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208" name="Google Shape;208;g2549820c676_3_7"/>
          <p:cNvSpPr/>
          <p:nvPr/>
        </p:nvSpPr>
        <p:spPr>
          <a:xfrm>
            <a:off x="3166500" y="5412757"/>
            <a:ext cx="247500" cy="214045"/>
          </a:xfrm>
          <a:prstGeom prst="flowChartExtract">
            <a:avLst/>
          </a:prstGeom>
          <a:solidFill>
            <a:schemeClr val="accent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209" name="Google Shape;209;g2549820c676_3_7"/>
          <p:cNvSpPr/>
          <p:nvPr/>
        </p:nvSpPr>
        <p:spPr>
          <a:xfrm>
            <a:off x="2519025" y="5198707"/>
            <a:ext cx="247500" cy="214045"/>
          </a:xfrm>
          <a:prstGeom prst="flowChartExtract">
            <a:avLst/>
          </a:prstGeom>
          <a:solidFill>
            <a:schemeClr val="accent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210" name="Google Shape;210;g2549820c676_3_7"/>
          <p:cNvSpPr/>
          <p:nvPr/>
        </p:nvSpPr>
        <p:spPr>
          <a:xfrm>
            <a:off x="2766525" y="5989382"/>
            <a:ext cx="247500" cy="214045"/>
          </a:xfrm>
          <a:prstGeom prst="flowChartExtract">
            <a:avLst/>
          </a:prstGeom>
          <a:solidFill>
            <a:schemeClr val="accent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211" name="Google Shape;211;g2549820c676_3_7"/>
          <p:cNvSpPr/>
          <p:nvPr/>
        </p:nvSpPr>
        <p:spPr>
          <a:xfrm>
            <a:off x="2824125" y="5077757"/>
            <a:ext cx="247500" cy="214045"/>
          </a:xfrm>
          <a:prstGeom prst="flowChartExtract">
            <a:avLst/>
          </a:prstGeom>
          <a:solidFill>
            <a:schemeClr val="accent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212" name="Google Shape;212;g2549820c676_3_7"/>
          <p:cNvSpPr/>
          <p:nvPr/>
        </p:nvSpPr>
        <p:spPr>
          <a:xfrm>
            <a:off x="5186025" y="4758639"/>
            <a:ext cx="190500" cy="194575"/>
          </a:xfrm>
          <a:prstGeom prst="flowChartProcess">
            <a:avLst/>
          </a:prstGeom>
          <a:solidFill>
            <a:srgbClr val="1155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213" name="Google Shape;213;g2549820c676_3_7"/>
          <p:cNvSpPr/>
          <p:nvPr/>
        </p:nvSpPr>
        <p:spPr>
          <a:xfrm>
            <a:off x="5357475" y="4431689"/>
            <a:ext cx="190500" cy="194575"/>
          </a:xfrm>
          <a:prstGeom prst="flowChartProcess">
            <a:avLst/>
          </a:prstGeom>
          <a:solidFill>
            <a:srgbClr val="1155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214" name="Google Shape;214;g2549820c676_3_7"/>
          <p:cNvSpPr/>
          <p:nvPr/>
        </p:nvSpPr>
        <p:spPr>
          <a:xfrm>
            <a:off x="4957425" y="4496576"/>
            <a:ext cx="190500" cy="194575"/>
          </a:xfrm>
          <a:prstGeom prst="flowChartProcess">
            <a:avLst/>
          </a:prstGeom>
          <a:solidFill>
            <a:srgbClr val="1155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215" name="Google Shape;215;g2549820c676_3_7"/>
          <p:cNvSpPr/>
          <p:nvPr/>
        </p:nvSpPr>
        <p:spPr>
          <a:xfrm>
            <a:off x="4500225" y="4237126"/>
            <a:ext cx="190500" cy="194575"/>
          </a:xfrm>
          <a:prstGeom prst="flowChartProcess">
            <a:avLst/>
          </a:prstGeom>
          <a:solidFill>
            <a:srgbClr val="1155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216" name="Google Shape;216;g2549820c676_3_7"/>
          <p:cNvSpPr/>
          <p:nvPr/>
        </p:nvSpPr>
        <p:spPr>
          <a:xfrm>
            <a:off x="5166975" y="4115651"/>
            <a:ext cx="190500" cy="194575"/>
          </a:xfrm>
          <a:prstGeom prst="flowChartProcess">
            <a:avLst/>
          </a:prstGeom>
          <a:solidFill>
            <a:srgbClr val="1155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217" name="Google Shape;217;g2549820c676_3_7"/>
          <p:cNvSpPr/>
          <p:nvPr/>
        </p:nvSpPr>
        <p:spPr>
          <a:xfrm>
            <a:off x="4833600" y="4190689"/>
            <a:ext cx="190500" cy="194575"/>
          </a:xfrm>
          <a:prstGeom prst="flowChartProcess">
            <a:avLst/>
          </a:prstGeom>
          <a:solidFill>
            <a:srgbClr val="1155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218" name="Google Shape;218;g2549820c676_3_7"/>
          <p:cNvSpPr/>
          <p:nvPr/>
        </p:nvSpPr>
        <p:spPr>
          <a:xfrm>
            <a:off x="4766925" y="4746551"/>
            <a:ext cx="190500" cy="194575"/>
          </a:xfrm>
          <a:prstGeom prst="flowChartProcess">
            <a:avLst/>
          </a:prstGeom>
          <a:solidFill>
            <a:srgbClr val="1155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219" name="Google Shape;219;g2549820c676_3_7"/>
          <p:cNvSpPr/>
          <p:nvPr/>
        </p:nvSpPr>
        <p:spPr>
          <a:xfrm>
            <a:off x="4557375" y="4496589"/>
            <a:ext cx="190500" cy="194575"/>
          </a:xfrm>
          <a:prstGeom prst="flowChartProcess">
            <a:avLst/>
          </a:prstGeom>
          <a:solidFill>
            <a:srgbClr val="1155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220" name="Google Shape;220;g2549820c676_3_7"/>
          <p:cNvSpPr/>
          <p:nvPr/>
        </p:nvSpPr>
        <p:spPr>
          <a:xfrm>
            <a:off x="6157575" y="2685125"/>
            <a:ext cx="4334700" cy="4189200"/>
          </a:xfrm>
          <a:prstGeom prst="rect">
            <a:avLst/>
          </a:prstGeom>
          <a:solidFill>
            <a:schemeClr val="lt1"/>
          </a:solidFill>
          <a:ln w="76200" cap="flat" cmpd="sng">
            <a:solidFill>
              <a:schemeClr val="accent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sz="1700" b="1"/>
          </a:p>
        </p:txBody>
      </p:sp>
      <p:cxnSp>
        <p:nvCxnSpPr>
          <p:cNvPr id="221" name="Google Shape;221;g2549820c676_3_7"/>
          <p:cNvCxnSpPr/>
          <p:nvPr/>
        </p:nvCxnSpPr>
        <p:spPr>
          <a:xfrm rot="10800000">
            <a:off x="6533750" y="3074675"/>
            <a:ext cx="0" cy="3410100"/>
          </a:xfrm>
          <a:prstGeom prst="straightConnector1">
            <a:avLst/>
          </a:prstGeom>
          <a:noFill/>
          <a:ln w="28575" cap="flat" cmpd="sng">
            <a:solidFill>
              <a:schemeClr val="dk2"/>
            </a:solidFill>
            <a:prstDash val="solid"/>
            <a:round/>
            <a:headEnd type="none" w="med" len="med"/>
            <a:tailEnd type="stealth" w="med" len="med"/>
          </a:ln>
        </p:spPr>
      </p:cxnSp>
      <p:sp>
        <p:nvSpPr>
          <p:cNvPr id="223" name="Google Shape;223;g2549820c676_3_7"/>
          <p:cNvSpPr txBox="1"/>
          <p:nvPr/>
        </p:nvSpPr>
        <p:spPr>
          <a:xfrm>
            <a:off x="6152600" y="2734250"/>
            <a:ext cx="876600" cy="431100"/>
          </a:xfrm>
          <a:prstGeom prst="rect">
            <a:avLst/>
          </a:prstGeom>
          <a:noFill/>
          <a:ln>
            <a:noFill/>
          </a:ln>
        </p:spPr>
        <p:txBody>
          <a:bodyPr spcFirstLastPara="1" wrap="square" lIns="91425" tIns="91425" rIns="91425" bIns="91425" anchor="t" anchorCtr="0">
            <a:spAutoFit/>
          </a:bodyPr>
          <a:lstStyle/>
          <a:p>
            <a:r>
              <a:rPr lang="ja-JP" altLang="en-US" sz="1600" b="1">
                <a:latin typeface="Calibri"/>
                <a:ea typeface="Calibri"/>
                <a:cs typeface="Calibri"/>
                <a:sym typeface="Calibri"/>
              </a:rPr>
              <a:t>円形度</a:t>
            </a:r>
            <a:endParaRPr sz="1600" b="1">
              <a:latin typeface="Calibri"/>
              <a:ea typeface="Calibri"/>
              <a:cs typeface="Calibri"/>
              <a:sym typeface="Calibri"/>
            </a:endParaRPr>
          </a:p>
        </p:txBody>
      </p:sp>
      <p:sp>
        <p:nvSpPr>
          <p:cNvPr id="224" name="Google Shape;224;g2549820c676_3_7"/>
          <p:cNvSpPr txBox="1"/>
          <p:nvPr/>
        </p:nvSpPr>
        <p:spPr>
          <a:xfrm>
            <a:off x="9868275" y="6269225"/>
            <a:ext cx="624000" cy="431100"/>
          </a:xfrm>
          <a:prstGeom prst="rect">
            <a:avLst/>
          </a:prstGeom>
          <a:noFill/>
          <a:ln>
            <a:noFill/>
          </a:ln>
        </p:spPr>
        <p:txBody>
          <a:bodyPr spcFirstLastPara="1" wrap="square" lIns="91425" tIns="91425" rIns="91425" bIns="91425" anchor="t" anchorCtr="0">
            <a:spAutoFit/>
          </a:bodyPr>
          <a:lstStyle/>
          <a:p>
            <a:r>
              <a:rPr lang="ja-JP" altLang="en-US" sz="1600" b="1">
                <a:latin typeface="Calibri"/>
                <a:ea typeface="Calibri"/>
                <a:cs typeface="Calibri"/>
                <a:sym typeface="Calibri"/>
              </a:rPr>
              <a:t>赤み</a:t>
            </a:r>
            <a:endParaRPr sz="1600" b="1">
              <a:latin typeface="Calibri"/>
              <a:ea typeface="Calibri"/>
              <a:cs typeface="Calibri"/>
              <a:sym typeface="Calibri"/>
            </a:endParaRPr>
          </a:p>
        </p:txBody>
      </p:sp>
      <p:sp>
        <p:nvSpPr>
          <p:cNvPr id="225" name="Google Shape;225;g2549820c676_3_7"/>
          <p:cNvSpPr txBox="1"/>
          <p:nvPr/>
        </p:nvSpPr>
        <p:spPr>
          <a:xfrm>
            <a:off x="6248775" y="6345425"/>
            <a:ext cx="389700" cy="492600"/>
          </a:xfrm>
          <a:prstGeom prst="rect">
            <a:avLst/>
          </a:prstGeom>
          <a:noFill/>
          <a:ln>
            <a:noFill/>
          </a:ln>
        </p:spPr>
        <p:txBody>
          <a:bodyPr spcFirstLastPara="1" wrap="square" lIns="91425" tIns="91425" rIns="91425" bIns="91425" anchor="t" anchorCtr="0">
            <a:spAutoFit/>
          </a:bodyPr>
          <a:lstStyle/>
          <a:p>
            <a:r>
              <a:rPr lang="en-US" altLang="ja-JP" sz="2000" b="1">
                <a:latin typeface="Calibri"/>
                <a:ea typeface="Calibri"/>
                <a:cs typeface="Calibri"/>
                <a:sym typeface="Calibri"/>
              </a:rPr>
              <a:t>0</a:t>
            </a:r>
            <a:endParaRPr sz="2000" b="1">
              <a:latin typeface="Calibri"/>
              <a:ea typeface="Calibri"/>
              <a:cs typeface="Calibri"/>
              <a:sym typeface="Calibri"/>
            </a:endParaRPr>
          </a:p>
        </p:txBody>
      </p:sp>
      <p:cxnSp>
        <p:nvCxnSpPr>
          <p:cNvPr id="226" name="Google Shape;226;g2549820c676_3_7"/>
          <p:cNvCxnSpPr/>
          <p:nvPr/>
        </p:nvCxnSpPr>
        <p:spPr>
          <a:xfrm rot="10800000">
            <a:off x="6533750" y="3074675"/>
            <a:ext cx="0" cy="3410100"/>
          </a:xfrm>
          <a:prstGeom prst="straightConnector1">
            <a:avLst/>
          </a:prstGeom>
          <a:noFill/>
          <a:ln w="28575" cap="flat" cmpd="sng">
            <a:solidFill>
              <a:schemeClr val="dk2"/>
            </a:solidFill>
            <a:prstDash val="solid"/>
            <a:round/>
            <a:headEnd type="none" w="med" len="med"/>
            <a:tailEnd type="stealth" w="med" len="med"/>
          </a:ln>
        </p:spPr>
      </p:cxnSp>
      <p:cxnSp>
        <p:nvCxnSpPr>
          <p:cNvPr id="227" name="Google Shape;227;g2549820c676_3_7"/>
          <p:cNvCxnSpPr>
            <a:cxnSpLocks/>
            <a:endCxn id="228" idx="1"/>
          </p:cNvCxnSpPr>
          <p:nvPr/>
        </p:nvCxnSpPr>
        <p:spPr>
          <a:xfrm>
            <a:off x="6533749" y="6484775"/>
            <a:ext cx="3334526" cy="0"/>
          </a:xfrm>
          <a:prstGeom prst="straightConnector1">
            <a:avLst/>
          </a:prstGeom>
          <a:noFill/>
          <a:ln w="28575" cap="flat" cmpd="sng">
            <a:solidFill>
              <a:schemeClr val="dk2"/>
            </a:solidFill>
            <a:prstDash val="solid"/>
            <a:round/>
            <a:headEnd type="none" w="med" len="med"/>
            <a:tailEnd type="stealth" w="med" len="med"/>
          </a:ln>
        </p:spPr>
      </p:cxnSp>
      <p:sp>
        <p:nvSpPr>
          <p:cNvPr id="228" name="Google Shape;228;g2549820c676_3_7"/>
          <p:cNvSpPr txBox="1"/>
          <p:nvPr/>
        </p:nvSpPr>
        <p:spPr>
          <a:xfrm>
            <a:off x="9868275" y="6269225"/>
            <a:ext cx="624000" cy="431100"/>
          </a:xfrm>
          <a:prstGeom prst="rect">
            <a:avLst/>
          </a:prstGeom>
          <a:noFill/>
          <a:ln>
            <a:noFill/>
          </a:ln>
        </p:spPr>
        <p:txBody>
          <a:bodyPr spcFirstLastPara="1" wrap="square" lIns="91425" tIns="91425" rIns="91425" bIns="91425" anchor="t" anchorCtr="0">
            <a:spAutoFit/>
          </a:bodyPr>
          <a:lstStyle/>
          <a:p>
            <a:r>
              <a:rPr lang="ja-JP" altLang="en-US" sz="1600" b="1">
                <a:latin typeface="Calibri"/>
                <a:ea typeface="Calibri"/>
                <a:cs typeface="Calibri"/>
                <a:sym typeface="Calibri"/>
              </a:rPr>
              <a:t>赤み</a:t>
            </a:r>
            <a:endParaRPr sz="1600" b="1">
              <a:latin typeface="Calibri"/>
              <a:ea typeface="Calibri"/>
              <a:cs typeface="Calibri"/>
              <a:sym typeface="Calibri"/>
            </a:endParaRPr>
          </a:p>
        </p:txBody>
      </p:sp>
      <p:sp>
        <p:nvSpPr>
          <p:cNvPr id="229" name="Google Shape;229;g2549820c676_3_7"/>
          <p:cNvSpPr txBox="1"/>
          <p:nvPr/>
        </p:nvSpPr>
        <p:spPr>
          <a:xfrm>
            <a:off x="6248775" y="6345425"/>
            <a:ext cx="389700" cy="492600"/>
          </a:xfrm>
          <a:prstGeom prst="rect">
            <a:avLst/>
          </a:prstGeom>
          <a:noFill/>
          <a:ln>
            <a:noFill/>
          </a:ln>
        </p:spPr>
        <p:txBody>
          <a:bodyPr spcFirstLastPara="1" wrap="square" lIns="91425" tIns="91425" rIns="91425" bIns="91425" anchor="t" anchorCtr="0">
            <a:spAutoFit/>
          </a:bodyPr>
          <a:lstStyle/>
          <a:p>
            <a:r>
              <a:rPr lang="en-US" altLang="ja-JP" sz="2000" b="1">
                <a:latin typeface="Calibri"/>
                <a:ea typeface="Calibri"/>
                <a:cs typeface="Calibri"/>
                <a:sym typeface="Calibri"/>
              </a:rPr>
              <a:t>0</a:t>
            </a:r>
            <a:endParaRPr sz="2000" b="1">
              <a:latin typeface="Calibri"/>
              <a:ea typeface="Calibri"/>
              <a:cs typeface="Calibri"/>
              <a:sym typeface="Calibri"/>
            </a:endParaRPr>
          </a:p>
        </p:txBody>
      </p:sp>
      <p:sp>
        <p:nvSpPr>
          <p:cNvPr id="230" name="Google Shape;230;g2549820c676_3_7"/>
          <p:cNvSpPr/>
          <p:nvPr/>
        </p:nvSpPr>
        <p:spPr>
          <a:xfrm>
            <a:off x="7962500" y="3284925"/>
            <a:ext cx="247500" cy="247500"/>
          </a:xfrm>
          <a:prstGeom prst="flowChartConnector">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highlight>
                <a:srgbClr val="FF0000"/>
              </a:highlight>
            </a:endParaRPr>
          </a:p>
        </p:txBody>
      </p:sp>
      <p:sp>
        <p:nvSpPr>
          <p:cNvPr id="231" name="Google Shape;231;g2549820c676_3_7"/>
          <p:cNvSpPr/>
          <p:nvPr/>
        </p:nvSpPr>
        <p:spPr>
          <a:xfrm>
            <a:off x="9143600" y="3884776"/>
            <a:ext cx="190500" cy="194575"/>
          </a:xfrm>
          <a:prstGeom prst="flowChartProcess">
            <a:avLst/>
          </a:prstGeom>
          <a:solidFill>
            <a:srgbClr val="1155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232" name="Google Shape;232;g2549820c676_3_7"/>
          <p:cNvSpPr/>
          <p:nvPr/>
        </p:nvSpPr>
        <p:spPr>
          <a:xfrm>
            <a:off x="6971900" y="5708032"/>
            <a:ext cx="247500" cy="214045"/>
          </a:xfrm>
          <a:prstGeom prst="flowChartExtract">
            <a:avLst/>
          </a:prstGeom>
          <a:solidFill>
            <a:schemeClr val="accent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233" name="Google Shape;233;g2549820c676_3_7"/>
          <p:cNvSpPr/>
          <p:nvPr/>
        </p:nvSpPr>
        <p:spPr>
          <a:xfrm>
            <a:off x="7371875" y="3989613"/>
            <a:ext cx="247500" cy="247500"/>
          </a:xfrm>
          <a:prstGeom prst="flowChartConnector">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highlight>
                <a:srgbClr val="FF0000"/>
              </a:highlight>
            </a:endParaRPr>
          </a:p>
        </p:txBody>
      </p:sp>
      <p:sp>
        <p:nvSpPr>
          <p:cNvPr id="234" name="Google Shape;234;g2549820c676_3_7"/>
          <p:cNvSpPr/>
          <p:nvPr/>
        </p:nvSpPr>
        <p:spPr>
          <a:xfrm>
            <a:off x="7772000" y="3989613"/>
            <a:ext cx="247500" cy="247500"/>
          </a:xfrm>
          <a:prstGeom prst="flowChartConnector">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highlight>
                <a:srgbClr val="FF0000"/>
              </a:highlight>
            </a:endParaRPr>
          </a:p>
        </p:txBody>
      </p:sp>
      <p:sp>
        <p:nvSpPr>
          <p:cNvPr id="235" name="Google Shape;235;g2549820c676_3_7"/>
          <p:cNvSpPr/>
          <p:nvPr/>
        </p:nvSpPr>
        <p:spPr>
          <a:xfrm>
            <a:off x="7124375" y="3637275"/>
            <a:ext cx="247500" cy="247500"/>
          </a:xfrm>
          <a:prstGeom prst="flowChartConnector">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highlight>
                <a:srgbClr val="FF0000"/>
              </a:highlight>
            </a:endParaRPr>
          </a:p>
        </p:txBody>
      </p:sp>
      <p:sp>
        <p:nvSpPr>
          <p:cNvPr id="236" name="Google Shape;236;g2549820c676_3_7"/>
          <p:cNvSpPr/>
          <p:nvPr/>
        </p:nvSpPr>
        <p:spPr>
          <a:xfrm>
            <a:off x="7638650" y="3456375"/>
            <a:ext cx="247500" cy="247500"/>
          </a:xfrm>
          <a:prstGeom prst="flowChartConnector">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highlight>
                <a:srgbClr val="FF0000"/>
              </a:highlight>
            </a:endParaRPr>
          </a:p>
        </p:txBody>
      </p:sp>
      <p:sp>
        <p:nvSpPr>
          <p:cNvPr id="237" name="Google Shape;237;g2549820c676_3_7"/>
          <p:cNvSpPr/>
          <p:nvPr/>
        </p:nvSpPr>
        <p:spPr>
          <a:xfrm>
            <a:off x="7962500" y="3637263"/>
            <a:ext cx="247500" cy="247500"/>
          </a:xfrm>
          <a:prstGeom prst="flowChartConnector">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highlight>
                <a:srgbClr val="FF0000"/>
              </a:highlight>
            </a:endParaRPr>
          </a:p>
        </p:txBody>
      </p:sp>
      <p:sp>
        <p:nvSpPr>
          <p:cNvPr id="238" name="Google Shape;238;g2549820c676_3_7"/>
          <p:cNvSpPr/>
          <p:nvPr/>
        </p:nvSpPr>
        <p:spPr>
          <a:xfrm>
            <a:off x="7391150" y="5781270"/>
            <a:ext cx="247500" cy="214045"/>
          </a:xfrm>
          <a:prstGeom prst="flowChartExtract">
            <a:avLst/>
          </a:prstGeom>
          <a:solidFill>
            <a:schemeClr val="accent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239" name="Google Shape;239;g2549820c676_3_7"/>
          <p:cNvSpPr/>
          <p:nvPr/>
        </p:nvSpPr>
        <p:spPr>
          <a:xfrm>
            <a:off x="7219400" y="5493982"/>
            <a:ext cx="247500" cy="214045"/>
          </a:xfrm>
          <a:prstGeom prst="flowChartExtract">
            <a:avLst/>
          </a:prstGeom>
          <a:solidFill>
            <a:schemeClr val="accent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240" name="Google Shape;240;g2549820c676_3_7"/>
          <p:cNvSpPr/>
          <p:nvPr/>
        </p:nvSpPr>
        <p:spPr>
          <a:xfrm>
            <a:off x="7772000" y="5708020"/>
            <a:ext cx="247500" cy="214045"/>
          </a:xfrm>
          <a:prstGeom prst="flowChartExtract">
            <a:avLst/>
          </a:prstGeom>
          <a:solidFill>
            <a:schemeClr val="accent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241" name="Google Shape;241;g2549820c676_3_7"/>
          <p:cNvSpPr/>
          <p:nvPr/>
        </p:nvSpPr>
        <p:spPr>
          <a:xfrm>
            <a:off x="7619375" y="5412757"/>
            <a:ext cx="247500" cy="214045"/>
          </a:xfrm>
          <a:prstGeom prst="flowChartExtract">
            <a:avLst/>
          </a:prstGeom>
          <a:solidFill>
            <a:schemeClr val="accent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242" name="Google Shape;242;g2549820c676_3_7"/>
          <p:cNvSpPr/>
          <p:nvPr/>
        </p:nvSpPr>
        <p:spPr>
          <a:xfrm>
            <a:off x="6971900" y="5198707"/>
            <a:ext cx="247500" cy="214045"/>
          </a:xfrm>
          <a:prstGeom prst="flowChartExtract">
            <a:avLst/>
          </a:prstGeom>
          <a:solidFill>
            <a:schemeClr val="accent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243" name="Google Shape;243;g2549820c676_3_7"/>
          <p:cNvSpPr/>
          <p:nvPr/>
        </p:nvSpPr>
        <p:spPr>
          <a:xfrm>
            <a:off x="7219400" y="5989382"/>
            <a:ext cx="247500" cy="214045"/>
          </a:xfrm>
          <a:prstGeom prst="flowChartExtract">
            <a:avLst/>
          </a:prstGeom>
          <a:solidFill>
            <a:schemeClr val="accent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244" name="Google Shape;244;g2549820c676_3_7"/>
          <p:cNvSpPr/>
          <p:nvPr/>
        </p:nvSpPr>
        <p:spPr>
          <a:xfrm>
            <a:off x="7277000" y="5077757"/>
            <a:ext cx="247500" cy="214045"/>
          </a:xfrm>
          <a:prstGeom prst="flowChartExtract">
            <a:avLst/>
          </a:prstGeom>
          <a:solidFill>
            <a:schemeClr val="accent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245" name="Google Shape;245;g2549820c676_3_7"/>
          <p:cNvSpPr/>
          <p:nvPr/>
        </p:nvSpPr>
        <p:spPr>
          <a:xfrm>
            <a:off x="9638900" y="4758639"/>
            <a:ext cx="190500" cy="194575"/>
          </a:xfrm>
          <a:prstGeom prst="flowChartProcess">
            <a:avLst/>
          </a:prstGeom>
          <a:solidFill>
            <a:srgbClr val="1155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246" name="Google Shape;246;g2549820c676_3_7"/>
          <p:cNvSpPr/>
          <p:nvPr/>
        </p:nvSpPr>
        <p:spPr>
          <a:xfrm>
            <a:off x="9810350" y="4431689"/>
            <a:ext cx="190500" cy="194575"/>
          </a:xfrm>
          <a:prstGeom prst="flowChartProcess">
            <a:avLst/>
          </a:prstGeom>
          <a:solidFill>
            <a:srgbClr val="1155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247" name="Google Shape;247;g2549820c676_3_7"/>
          <p:cNvSpPr/>
          <p:nvPr/>
        </p:nvSpPr>
        <p:spPr>
          <a:xfrm>
            <a:off x="9410300" y="4496576"/>
            <a:ext cx="190500" cy="194575"/>
          </a:xfrm>
          <a:prstGeom prst="flowChartProcess">
            <a:avLst/>
          </a:prstGeom>
          <a:solidFill>
            <a:srgbClr val="1155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248" name="Google Shape;248;g2549820c676_3_7"/>
          <p:cNvSpPr/>
          <p:nvPr/>
        </p:nvSpPr>
        <p:spPr>
          <a:xfrm>
            <a:off x="8953100" y="4237126"/>
            <a:ext cx="190500" cy="194575"/>
          </a:xfrm>
          <a:prstGeom prst="flowChartProcess">
            <a:avLst/>
          </a:prstGeom>
          <a:solidFill>
            <a:srgbClr val="1155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249" name="Google Shape;249;g2549820c676_3_7"/>
          <p:cNvSpPr/>
          <p:nvPr/>
        </p:nvSpPr>
        <p:spPr>
          <a:xfrm>
            <a:off x="9619850" y="4115651"/>
            <a:ext cx="190500" cy="194575"/>
          </a:xfrm>
          <a:prstGeom prst="flowChartProcess">
            <a:avLst/>
          </a:prstGeom>
          <a:solidFill>
            <a:srgbClr val="1155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250" name="Google Shape;250;g2549820c676_3_7"/>
          <p:cNvSpPr/>
          <p:nvPr/>
        </p:nvSpPr>
        <p:spPr>
          <a:xfrm>
            <a:off x="9286475" y="4190689"/>
            <a:ext cx="190500" cy="194575"/>
          </a:xfrm>
          <a:prstGeom prst="flowChartProcess">
            <a:avLst/>
          </a:prstGeom>
          <a:solidFill>
            <a:srgbClr val="1155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251" name="Google Shape;251;g2549820c676_3_7"/>
          <p:cNvSpPr/>
          <p:nvPr/>
        </p:nvSpPr>
        <p:spPr>
          <a:xfrm>
            <a:off x="9219800" y="4746551"/>
            <a:ext cx="190500" cy="194575"/>
          </a:xfrm>
          <a:prstGeom prst="flowChartProcess">
            <a:avLst/>
          </a:prstGeom>
          <a:solidFill>
            <a:srgbClr val="1155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252" name="Google Shape;252;g2549820c676_3_7"/>
          <p:cNvSpPr/>
          <p:nvPr/>
        </p:nvSpPr>
        <p:spPr>
          <a:xfrm>
            <a:off x="9010250" y="4496589"/>
            <a:ext cx="190500" cy="194575"/>
          </a:xfrm>
          <a:prstGeom prst="flowChartProcess">
            <a:avLst/>
          </a:prstGeom>
          <a:solidFill>
            <a:srgbClr val="1155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cxnSp>
        <p:nvCxnSpPr>
          <p:cNvPr id="253" name="Google Shape;253;g2549820c676_3_7"/>
          <p:cNvCxnSpPr/>
          <p:nvPr/>
        </p:nvCxnSpPr>
        <p:spPr>
          <a:xfrm flipH="1">
            <a:off x="3757275" y="3361125"/>
            <a:ext cx="432300" cy="338100"/>
          </a:xfrm>
          <a:prstGeom prst="straightConnector1">
            <a:avLst/>
          </a:prstGeom>
          <a:noFill/>
          <a:ln w="28575" cap="flat" cmpd="sng">
            <a:solidFill>
              <a:schemeClr val="dk2"/>
            </a:solidFill>
            <a:prstDash val="solid"/>
            <a:round/>
            <a:headEnd type="none" w="med" len="med"/>
            <a:tailEnd type="stealth" w="med" len="med"/>
          </a:ln>
        </p:spPr>
      </p:cxnSp>
      <p:cxnSp>
        <p:nvCxnSpPr>
          <p:cNvPr id="254" name="Google Shape;254;g2549820c676_3_7"/>
          <p:cNvCxnSpPr/>
          <p:nvPr/>
        </p:nvCxnSpPr>
        <p:spPr>
          <a:xfrm flipH="1">
            <a:off x="4929288" y="3532425"/>
            <a:ext cx="432300" cy="338100"/>
          </a:xfrm>
          <a:prstGeom prst="straightConnector1">
            <a:avLst/>
          </a:prstGeom>
          <a:noFill/>
          <a:ln w="28575" cap="flat" cmpd="sng">
            <a:solidFill>
              <a:schemeClr val="dk2"/>
            </a:solidFill>
            <a:prstDash val="solid"/>
            <a:round/>
            <a:headEnd type="none" w="med" len="med"/>
            <a:tailEnd type="stealth" w="med" len="med"/>
          </a:ln>
        </p:spPr>
      </p:cxnSp>
      <p:cxnSp>
        <p:nvCxnSpPr>
          <p:cNvPr id="255" name="Google Shape;255;g2549820c676_3_7"/>
          <p:cNvCxnSpPr/>
          <p:nvPr/>
        </p:nvCxnSpPr>
        <p:spPr>
          <a:xfrm flipH="1">
            <a:off x="3074088" y="4840150"/>
            <a:ext cx="432300" cy="338100"/>
          </a:xfrm>
          <a:prstGeom prst="straightConnector1">
            <a:avLst/>
          </a:prstGeom>
          <a:noFill/>
          <a:ln w="28575" cap="flat" cmpd="sng">
            <a:solidFill>
              <a:schemeClr val="dk2"/>
            </a:solidFill>
            <a:prstDash val="solid"/>
            <a:round/>
            <a:headEnd type="none" w="med" len="med"/>
            <a:tailEnd type="stealth" w="med" len="med"/>
          </a:ln>
        </p:spPr>
      </p:cxnSp>
      <p:sp>
        <p:nvSpPr>
          <p:cNvPr id="256" name="Google Shape;256;g2549820c676_3_7"/>
          <p:cNvSpPr txBox="1"/>
          <p:nvPr/>
        </p:nvSpPr>
        <p:spPr>
          <a:xfrm>
            <a:off x="4146250" y="3052075"/>
            <a:ext cx="876600" cy="431100"/>
          </a:xfrm>
          <a:prstGeom prst="rect">
            <a:avLst/>
          </a:prstGeom>
          <a:noFill/>
          <a:ln>
            <a:noFill/>
          </a:ln>
        </p:spPr>
        <p:txBody>
          <a:bodyPr spcFirstLastPara="1" wrap="square" lIns="91425" tIns="91425" rIns="91425" bIns="91425" anchor="t" anchorCtr="0">
            <a:spAutoFit/>
          </a:bodyPr>
          <a:lstStyle/>
          <a:p>
            <a:r>
              <a:rPr lang="ja-JP" altLang="en-US" sz="1600" b="1">
                <a:latin typeface="Calibri"/>
                <a:ea typeface="Calibri"/>
                <a:cs typeface="Calibri"/>
                <a:sym typeface="Calibri"/>
              </a:rPr>
              <a:t>みかん</a:t>
            </a:r>
            <a:endParaRPr sz="1600" b="1">
              <a:latin typeface="Calibri"/>
              <a:ea typeface="Calibri"/>
              <a:cs typeface="Calibri"/>
              <a:sym typeface="Calibri"/>
            </a:endParaRPr>
          </a:p>
        </p:txBody>
      </p:sp>
      <p:sp>
        <p:nvSpPr>
          <p:cNvPr id="257" name="Google Shape;257;g2549820c676_3_7"/>
          <p:cNvSpPr txBox="1"/>
          <p:nvPr/>
        </p:nvSpPr>
        <p:spPr>
          <a:xfrm>
            <a:off x="5259588" y="3236125"/>
            <a:ext cx="876600" cy="431100"/>
          </a:xfrm>
          <a:prstGeom prst="rect">
            <a:avLst/>
          </a:prstGeom>
          <a:noFill/>
          <a:ln>
            <a:noFill/>
          </a:ln>
        </p:spPr>
        <p:txBody>
          <a:bodyPr spcFirstLastPara="1" wrap="square" lIns="91425" tIns="91425" rIns="91425" bIns="91425" anchor="t" anchorCtr="0">
            <a:spAutoFit/>
          </a:bodyPr>
          <a:lstStyle/>
          <a:p>
            <a:r>
              <a:rPr lang="ja-JP" altLang="en-US" sz="1600" b="1">
                <a:latin typeface="Calibri"/>
                <a:ea typeface="Calibri"/>
                <a:cs typeface="Calibri"/>
                <a:sym typeface="Calibri"/>
              </a:rPr>
              <a:t>りんご</a:t>
            </a:r>
            <a:endParaRPr sz="1600" b="1">
              <a:latin typeface="Calibri"/>
              <a:ea typeface="Calibri"/>
              <a:cs typeface="Calibri"/>
              <a:sym typeface="Calibri"/>
            </a:endParaRPr>
          </a:p>
        </p:txBody>
      </p:sp>
      <p:sp>
        <p:nvSpPr>
          <p:cNvPr id="258" name="Google Shape;258;g2549820c676_3_7"/>
          <p:cNvSpPr txBox="1"/>
          <p:nvPr/>
        </p:nvSpPr>
        <p:spPr>
          <a:xfrm>
            <a:off x="3433750" y="4580838"/>
            <a:ext cx="876600" cy="431100"/>
          </a:xfrm>
          <a:prstGeom prst="rect">
            <a:avLst/>
          </a:prstGeom>
          <a:noFill/>
          <a:ln>
            <a:noFill/>
          </a:ln>
        </p:spPr>
        <p:txBody>
          <a:bodyPr spcFirstLastPara="1" wrap="square" lIns="91425" tIns="91425" rIns="91425" bIns="91425" anchor="t" anchorCtr="0">
            <a:spAutoFit/>
          </a:bodyPr>
          <a:lstStyle/>
          <a:p>
            <a:r>
              <a:rPr lang="ja-JP" altLang="en-US" sz="1600" b="1">
                <a:latin typeface="Calibri"/>
                <a:ea typeface="Calibri"/>
                <a:cs typeface="Calibri"/>
                <a:sym typeface="Calibri"/>
              </a:rPr>
              <a:t>レモン</a:t>
            </a:r>
            <a:endParaRPr sz="1600" b="1">
              <a:latin typeface="Calibri"/>
              <a:ea typeface="Calibri"/>
              <a:cs typeface="Calibri"/>
              <a:sym typeface="Calibri"/>
            </a:endParaRPr>
          </a:p>
        </p:txBody>
      </p:sp>
      <p:sp>
        <p:nvSpPr>
          <p:cNvPr id="259" name="Google Shape;259;g2549820c676_3_7"/>
          <p:cNvSpPr/>
          <p:nvPr/>
        </p:nvSpPr>
        <p:spPr>
          <a:xfrm>
            <a:off x="7073675" y="3091275"/>
            <a:ext cx="1339500" cy="13395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260" name="Google Shape;260;g2549820c676_3_7"/>
          <p:cNvSpPr/>
          <p:nvPr/>
        </p:nvSpPr>
        <p:spPr>
          <a:xfrm>
            <a:off x="8800625" y="3785875"/>
            <a:ext cx="1339500" cy="13395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261" name="Google Shape;261;g2549820c676_3_7"/>
          <p:cNvSpPr/>
          <p:nvPr/>
        </p:nvSpPr>
        <p:spPr>
          <a:xfrm>
            <a:off x="6785475" y="5011950"/>
            <a:ext cx="1339500" cy="13395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262" name="Google Shape;262;g2549820c676_3_7"/>
          <p:cNvSpPr txBox="1"/>
          <p:nvPr/>
        </p:nvSpPr>
        <p:spPr>
          <a:xfrm>
            <a:off x="7324100" y="2749813"/>
            <a:ext cx="876600" cy="431100"/>
          </a:xfrm>
          <a:prstGeom prst="rect">
            <a:avLst/>
          </a:prstGeom>
          <a:noFill/>
          <a:ln>
            <a:noFill/>
          </a:ln>
        </p:spPr>
        <p:txBody>
          <a:bodyPr spcFirstLastPara="1" wrap="square" lIns="91425" tIns="91425" rIns="91425" bIns="91425" anchor="t" anchorCtr="0">
            <a:spAutoFit/>
          </a:bodyPr>
          <a:lstStyle/>
          <a:p>
            <a:r>
              <a:rPr lang="ja-JP" altLang="en-US" sz="1600" b="1">
                <a:latin typeface="Calibri"/>
                <a:ea typeface="Calibri"/>
                <a:cs typeface="Calibri"/>
                <a:sym typeface="Calibri"/>
              </a:rPr>
              <a:t>みかん</a:t>
            </a:r>
            <a:endParaRPr sz="1600" b="1">
              <a:latin typeface="Calibri"/>
              <a:ea typeface="Calibri"/>
              <a:cs typeface="Calibri"/>
              <a:sym typeface="Calibri"/>
            </a:endParaRPr>
          </a:p>
        </p:txBody>
      </p:sp>
      <p:sp>
        <p:nvSpPr>
          <p:cNvPr id="263" name="Google Shape;263;g2549820c676_3_7"/>
          <p:cNvSpPr txBox="1"/>
          <p:nvPr/>
        </p:nvSpPr>
        <p:spPr>
          <a:xfrm>
            <a:off x="9067238" y="3409725"/>
            <a:ext cx="876600" cy="431100"/>
          </a:xfrm>
          <a:prstGeom prst="rect">
            <a:avLst/>
          </a:prstGeom>
          <a:noFill/>
          <a:ln>
            <a:noFill/>
          </a:ln>
        </p:spPr>
        <p:txBody>
          <a:bodyPr spcFirstLastPara="1" wrap="square" lIns="91425" tIns="91425" rIns="91425" bIns="91425" anchor="t" anchorCtr="0">
            <a:spAutoFit/>
          </a:bodyPr>
          <a:lstStyle/>
          <a:p>
            <a:r>
              <a:rPr lang="ja-JP" altLang="en-US" sz="1600" b="1">
                <a:latin typeface="Calibri"/>
                <a:ea typeface="Calibri"/>
                <a:cs typeface="Calibri"/>
                <a:sym typeface="Calibri"/>
              </a:rPr>
              <a:t>りんご</a:t>
            </a:r>
            <a:endParaRPr sz="1600" b="1">
              <a:latin typeface="Calibri"/>
              <a:ea typeface="Calibri"/>
              <a:cs typeface="Calibri"/>
              <a:sym typeface="Calibri"/>
            </a:endParaRPr>
          </a:p>
        </p:txBody>
      </p:sp>
      <p:sp>
        <p:nvSpPr>
          <p:cNvPr id="264" name="Google Shape;264;g2549820c676_3_7"/>
          <p:cNvSpPr txBox="1"/>
          <p:nvPr/>
        </p:nvSpPr>
        <p:spPr>
          <a:xfrm>
            <a:off x="7057913" y="4706200"/>
            <a:ext cx="876600" cy="431100"/>
          </a:xfrm>
          <a:prstGeom prst="rect">
            <a:avLst/>
          </a:prstGeom>
          <a:noFill/>
          <a:ln>
            <a:noFill/>
          </a:ln>
        </p:spPr>
        <p:txBody>
          <a:bodyPr spcFirstLastPara="1" wrap="square" lIns="91425" tIns="91425" rIns="91425" bIns="91425" anchor="t" anchorCtr="0">
            <a:spAutoFit/>
          </a:bodyPr>
          <a:lstStyle/>
          <a:p>
            <a:r>
              <a:rPr lang="ja-JP" altLang="en-US" sz="1600" b="1">
                <a:latin typeface="Calibri"/>
                <a:ea typeface="Calibri"/>
                <a:cs typeface="Calibri"/>
                <a:sym typeface="Calibri"/>
              </a:rPr>
              <a:t>レモン</a:t>
            </a:r>
            <a:endParaRPr sz="1600" b="1">
              <a:latin typeface="Calibri"/>
              <a:ea typeface="Calibri"/>
              <a:cs typeface="Calibri"/>
              <a:sym typeface="Calibri"/>
            </a:endParaRPr>
          </a:p>
        </p:txBody>
      </p:sp>
      <p:sp>
        <p:nvSpPr>
          <p:cNvPr id="265" name="Google Shape;265;g2549820c676_3_7"/>
          <p:cNvSpPr/>
          <p:nvPr/>
        </p:nvSpPr>
        <p:spPr>
          <a:xfrm>
            <a:off x="9310700" y="4312375"/>
            <a:ext cx="338100" cy="338100"/>
          </a:xfrm>
          <a:prstGeom prst="plus">
            <a:avLst>
              <a:gd name="adj" fmla="val 42740"/>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266" name="Google Shape;266;g2549820c676_3_7"/>
          <p:cNvSpPr/>
          <p:nvPr/>
        </p:nvSpPr>
        <p:spPr>
          <a:xfrm>
            <a:off x="7574075" y="3655513"/>
            <a:ext cx="338100" cy="338100"/>
          </a:xfrm>
          <a:prstGeom prst="plus">
            <a:avLst>
              <a:gd name="adj" fmla="val 42740"/>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267" name="Google Shape;267;g2549820c676_3_7"/>
          <p:cNvSpPr/>
          <p:nvPr/>
        </p:nvSpPr>
        <p:spPr>
          <a:xfrm>
            <a:off x="7250338" y="5512638"/>
            <a:ext cx="338100" cy="338100"/>
          </a:xfrm>
          <a:prstGeom prst="plus">
            <a:avLst>
              <a:gd name="adj" fmla="val 42740"/>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cxnSp>
        <p:nvCxnSpPr>
          <p:cNvPr id="268" name="Google Shape;268;g2549820c676_3_7"/>
          <p:cNvCxnSpPr>
            <a:stCxn id="269" idx="3"/>
            <a:endCxn id="265" idx="1"/>
          </p:cNvCxnSpPr>
          <p:nvPr/>
        </p:nvCxnSpPr>
        <p:spPr>
          <a:xfrm rot="10800000" flipH="1">
            <a:off x="8491325" y="4481538"/>
            <a:ext cx="819300" cy="374400"/>
          </a:xfrm>
          <a:prstGeom prst="straightConnector1">
            <a:avLst/>
          </a:prstGeom>
          <a:noFill/>
          <a:ln w="28575" cap="flat" cmpd="sng">
            <a:solidFill>
              <a:schemeClr val="dk2"/>
            </a:solidFill>
            <a:prstDash val="solid"/>
            <a:round/>
            <a:headEnd type="none" w="med" len="med"/>
            <a:tailEnd type="none" w="med" len="med"/>
          </a:ln>
        </p:spPr>
      </p:cxnSp>
      <p:cxnSp>
        <p:nvCxnSpPr>
          <p:cNvPr id="270" name="Google Shape;270;g2549820c676_3_7"/>
          <p:cNvCxnSpPr/>
          <p:nvPr/>
        </p:nvCxnSpPr>
        <p:spPr>
          <a:xfrm rot="10800000" flipH="1">
            <a:off x="7512238" y="4979688"/>
            <a:ext cx="779100" cy="702000"/>
          </a:xfrm>
          <a:prstGeom prst="straightConnector1">
            <a:avLst/>
          </a:prstGeom>
          <a:noFill/>
          <a:ln w="28575" cap="flat" cmpd="sng">
            <a:solidFill>
              <a:schemeClr val="dk2"/>
            </a:solidFill>
            <a:prstDash val="solid"/>
            <a:round/>
            <a:headEnd type="none" w="med" len="med"/>
            <a:tailEnd type="none" w="med" len="med"/>
          </a:ln>
        </p:spPr>
      </p:cxnSp>
      <p:cxnSp>
        <p:nvCxnSpPr>
          <p:cNvPr id="271" name="Google Shape;271;g2549820c676_3_7"/>
          <p:cNvCxnSpPr/>
          <p:nvPr/>
        </p:nvCxnSpPr>
        <p:spPr>
          <a:xfrm rot="10800000">
            <a:off x="7809425" y="3868338"/>
            <a:ext cx="434400" cy="911400"/>
          </a:xfrm>
          <a:prstGeom prst="straightConnector1">
            <a:avLst/>
          </a:prstGeom>
          <a:noFill/>
          <a:ln w="28575" cap="flat" cmpd="sng">
            <a:solidFill>
              <a:schemeClr val="dk2"/>
            </a:solidFill>
            <a:prstDash val="solid"/>
            <a:round/>
            <a:headEnd type="none" w="med" len="med"/>
            <a:tailEnd type="none" w="med" len="med"/>
          </a:ln>
        </p:spPr>
      </p:cxnSp>
      <p:sp>
        <p:nvSpPr>
          <p:cNvPr id="269" name="Google Shape;269;g2549820c676_3_7"/>
          <p:cNvSpPr/>
          <p:nvPr/>
        </p:nvSpPr>
        <p:spPr>
          <a:xfrm>
            <a:off x="8243825" y="4732188"/>
            <a:ext cx="247500" cy="247500"/>
          </a:xfrm>
          <a:prstGeom prst="rect">
            <a:avLst/>
          </a:prstGeom>
          <a:solidFill>
            <a:schemeClr val="accent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cxnSp>
        <p:nvCxnSpPr>
          <p:cNvPr id="272" name="Google Shape;272;g2549820c676_3_7"/>
          <p:cNvCxnSpPr/>
          <p:nvPr/>
        </p:nvCxnSpPr>
        <p:spPr>
          <a:xfrm rot="10800000">
            <a:off x="8491350" y="5011850"/>
            <a:ext cx="399900" cy="618000"/>
          </a:xfrm>
          <a:prstGeom prst="straightConnector1">
            <a:avLst/>
          </a:prstGeom>
          <a:noFill/>
          <a:ln w="28575" cap="flat" cmpd="sng">
            <a:solidFill>
              <a:schemeClr val="dk2"/>
            </a:solidFill>
            <a:prstDash val="solid"/>
            <a:round/>
            <a:headEnd type="none" w="med" len="med"/>
            <a:tailEnd type="stealth" w="med" len="med"/>
          </a:ln>
        </p:spPr>
      </p:cxnSp>
      <p:sp>
        <p:nvSpPr>
          <p:cNvPr id="273" name="Google Shape;273;g2549820c676_3_7"/>
          <p:cNvSpPr txBox="1"/>
          <p:nvPr/>
        </p:nvSpPr>
        <p:spPr>
          <a:xfrm>
            <a:off x="8495900" y="5534600"/>
            <a:ext cx="1264800" cy="431100"/>
          </a:xfrm>
          <a:prstGeom prst="rect">
            <a:avLst/>
          </a:prstGeom>
          <a:noFill/>
          <a:ln>
            <a:noFill/>
          </a:ln>
        </p:spPr>
        <p:txBody>
          <a:bodyPr spcFirstLastPara="1" wrap="square" lIns="91425" tIns="91425" rIns="91425" bIns="91425" anchor="t" anchorCtr="0">
            <a:spAutoFit/>
          </a:bodyPr>
          <a:lstStyle/>
          <a:p>
            <a:r>
              <a:rPr lang="ja-JP" altLang="en-US" sz="1600" b="1">
                <a:latin typeface="Calibri"/>
                <a:ea typeface="Calibri"/>
                <a:cs typeface="Calibri"/>
                <a:sym typeface="Calibri"/>
              </a:rPr>
              <a:t>テスト画像</a:t>
            </a:r>
            <a:endParaRPr sz="1600" b="1">
              <a:latin typeface="Calibri"/>
              <a:ea typeface="Calibri"/>
              <a:cs typeface="Calibri"/>
              <a:sym typeface="Calibri"/>
            </a:endParaRPr>
          </a:p>
        </p:txBody>
      </p:sp>
      <p:cxnSp>
        <p:nvCxnSpPr>
          <p:cNvPr id="274" name="Google Shape;274;g2549820c676_3_7"/>
          <p:cNvCxnSpPr/>
          <p:nvPr/>
        </p:nvCxnSpPr>
        <p:spPr>
          <a:xfrm flipH="1">
            <a:off x="7848125" y="3173713"/>
            <a:ext cx="893400" cy="570000"/>
          </a:xfrm>
          <a:prstGeom prst="straightConnector1">
            <a:avLst/>
          </a:prstGeom>
          <a:noFill/>
          <a:ln w="28575" cap="flat" cmpd="sng">
            <a:solidFill>
              <a:schemeClr val="dk2"/>
            </a:solidFill>
            <a:prstDash val="solid"/>
            <a:round/>
            <a:headEnd type="none" w="med" len="med"/>
            <a:tailEnd type="stealth" w="med" len="med"/>
          </a:ln>
        </p:spPr>
      </p:cxnSp>
      <p:sp>
        <p:nvSpPr>
          <p:cNvPr id="275" name="Google Shape;275;g2549820c676_3_7"/>
          <p:cNvSpPr txBox="1"/>
          <p:nvPr/>
        </p:nvSpPr>
        <p:spPr>
          <a:xfrm>
            <a:off x="8665325" y="2855051"/>
            <a:ext cx="1565100" cy="461635"/>
          </a:xfrm>
          <a:prstGeom prst="rect">
            <a:avLst/>
          </a:prstGeom>
          <a:noFill/>
          <a:ln>
            <a:noFill/>
          </a:ln>
        </p:spPr>
        <p:txBody>
          <a:bodyPr spcFirstLastPara="1" wrap="square" lIns="91425" tIns="91425" rIns="91425" bIns="91425" anchor="t" anchorCtr="0">
            <a:spAutoFit/>
          </a:bodyPr>
          <a:lstStyle/>
          <a:p>
            <a:r>
              <a:rPr lang="ja-JP" altLang="en-US">
                <a:latin typeface="Calibri"/>
                <a:ea typeface="Calibri"/>
                <a:cs typeface="Calibri"/>
                <a:sym typeface="Calibri"/>
              </a:rPr>
              <a:t>プロトタイプ</a:t>
            </a:r>
            <a:endParaRPr>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423BF47-0F0D-7D3C-31F1-01F380AE1A16}"/>
              </a:ext>
            </a:extLst>
          </p:cNvPr>
          <p:cNvSpPr>
            <a:spLocks noGrp="1"/>
          </p:cNvSpPr>
          <p:nvPr>
            <p:ph type="title"/>
          </p:nvPr>
        </p:nvSpPr>
        <p:spPr>
          <a:xfrm>
            <a:off x="277895" y="109030"/>
            <a:ext cx="9778315" cy="667131"/>
          </a:xfrm>
        </p:spPr>
        <p:txBody>
          <a:bodyPr>
            <a:normAutofit fontScale="90000"/>
          </a:bodyPr>
          <a:lstStyle/>
          <a:p>
            <a:r>
              <a:rPr lang="ja-JP" altLang="ja-JP"/>
              <a:t>クラスの分布を考慮した識別①</a:t>
            </a:r>
            <a:endParaRPr lang="ja-JP" altLang="en-US"/>
          </a:p>
        </p:txBody>
      </p:sp>
      <p:sp>
        <p:nvSpPr>
          <p:cNvPr id="7" name="Google Shape;282;g22b11c6c269_0_0">
            <a:extLst>
              <a:ext uri="{FF2B5EF4-FFF2-40B4-BE49-F238E27FC236}">
                <a16:creationId xmlns:a16="http://schemas.microsoft.com/office/drawing/2014/main" id="{0BA27E08-EE34-2043-B8FD-2C960C12FCF3}"/>
              </a:ext>
            </a:extLst>
          </p:cNvPr>
          <p:cNvSpPr txBox="1">
            <a:spLocks noGrp="1"/>
          </p:cNvSpPr>
          <p:nvPr>
            <p:ph type="body" idx="1"/>
          </p:nvPr>
        </p:nvSpPr>
        <p:spPr>
          <a:xfrm>
            <a:off x="277894" y="994018"/>
            <a:ext cx="11614847" cy="5195455"/>
          </a:xfrm>
        </p:spPr>
        <p:txBody>
          <a:bodyPr spcFirstLastPara="1" vert="horz" wrap="square" lIns="91425" tIns="45700" rIns="91425" bIns="45700" rtlCol="0" anchor="t" anchorCtr="0">
            <a:normAutofit/>
          </a:bodyPr>
          <a:lstStyle/>
          <a:p>
            <a:r>
              <a:rPr lang="ja-JP" altLang="en-US"/>
              <a:t>テスト画像→プロトタイプとのユークリッド距離</a:t>
            </a:r>
            <a:endParaRPr lang="ja-JP" altLang="en-US" dirty="0"/>
          </a:p>
          <a:p>
            <a:pPr lvl="1"/>
            <a:r>
              <a:rPr lang="ja-JP" altLang="en-US"/>
              <a:t>広く分布しているクラスに識別した方が誤差が減少</a:t>
            </a:r>
            <a:endParaRPr lang="ja-JP" altLang="en-US" dirty="0"/>
          </a:p>
          <a:p>
            <a:endParaRPr lang="ja-JP" altLang="en-US" dirty="0"/>
          </a:p>
          <a:p>
            <a:endParaRPr lang="ja-JP" altLang="en-US" dirty="0"/>
          </a:p>
          <a:p>
            <a:r>
              <a:rPr lang="ja-JP" altLang="en-US"/>
              <a:t>クラスの分布の状態を反映させた距離を定義し識別</a:t>
            </a:r>
            <a:endParaRPr lang="ja-JP" altLang="en-US" dirty="0"/>
          </a:p>
          <a:p>
            <a:pPr lvl="1"/>
            <a:r>
              <a:rPr lang="ja-JP" altLang="en-US"/>
              <a:t>マハラノビス距離</a:t>
            </a:r>
            <a:endParaRPr lang="ja-JP" altLang="en-US" dirty="0"/>
          </a:p>
          <a:p>
            <a:endParaRPr lang="ja-JP" altLang="en-US" dirty="0"/>
          </a:p>
        </p:txBody>
      </p:sp>
      <p:sp>
        <p:nvSpPr>
          <p:cNvPr id="4" name="スライド番号プレースホルダー 3">
            <a:extLst>
              <a:ext uri="{FF2B5EF4-FFF2-40B4-BE49-F238E27FC236}">
                <a16:creationId xmlns:a16="http://schemas.microsoft.com/office/drawing/2014/main" id="{30DF38B2-1337-74DB-94CB-BAB96A5CD2D4}"/>
              </a:ext>
            </a:extLst>
          </p:cNvPr>
          <p:cNvSpPr>
            <a:spLocks noGrp="1"/>
          </p:cNvSpPr>
          <p:nvPr>
            <p:ph type="sldNum" idx="12"/>
          </p:nvPr>
        </p:nvSpPr>
        <p:spPr>
          <a:xfrm>
            <a:off x="11444346" y="-71929"/>
            <a:ext cx="896789" cy="476682"/>
          </a:xfrm>
        </p:spPr>
        <p:txBody>
          <a:bodyPr/>
          <a:lstStyle/>
          <a:p>
            <a:fld id="{00000000-1234-1234-1234-123412341234}" type="slidenum">
              <a:rPr lang="en-US" altLang="ja-JP" smtClean="0"/>
              <a:pPr/>
              <a:t>7</a:t>
            </a:fld>
            <a:endParaRPr lang="ja-JP" altLang="en-US"/>
          </a:p>
        </p:txBody>
      </p:sp>
      <p:sp>
        <p:nvSpPr>
          <p:cNvPr id="8" name="Google Shape;286;g22b11c6c269_0_0">
            <a:extLst>
              <a:ext uri="{FF2B5EF4-FFF2-40B4-BE49-F238E27FC236}">
                <a16:creationId xmlns:a16="http://schemas.microsoft.com/office/drawing/2014/main" id="{E9C74601-73D0-8BE7-B3C9-E18EA87F6C87}"/>
              </a:ext>
            </a:extLst>
          </p:cNvPr>
          <p:cNvSpPr/>
          <p:nvPr/>
        </p:nvSpPr>
        <p:spPr>
          <a:xfrm>
            <a:off x="5063069" y="2392807"/>
            <a:ext cx="618900" cy="760500"/>
          </a:xfrm>
          <a:prstGeom prst="downArrow">
            <a:avLst>
              <a:gd name="adj1" fmla="val 50000"/>
              <a:gd name="adj2" fmla="val 50000"/>
            </a:avLst>
          </a:prstGeom>
          <a:solidFill>
            <a:srgbClr val="3D85C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19075967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20AE999-4715-33F3-F294-8720E8680FF6}"/>
              </a:ext>
            </a:extLst>
          </p:cNvPr>
          <p:cNvSpPr>
            <a:spLocks noGrp="1"/>
          </p:cNvSpPr>
          <p:nvPr>
            <p:ph type="title"/>
          </p:nvPr>
        </p:nvSpPr>
        <p:spPr>
          <a:xfrm>
            <a:off x="277895" y="109030"/>
            <a:ext cx="9778315" cy="667131"/>
          </a:xfrm>
        </p:spPr>
        <p:txBody>
          <a:bodyPr>
            <a:normAutofit fontScale="90000"/>
          </a:bodyPr>
          <a:lstStyle/>
          <a:p>
            <a:r>
              <a:rPr lang="ja-JP" altLang="ja-JP"/>
              <a:t>クラスの分布を考慮した識別②</a:t>
            </a:r>
            <a:endParaRPr lang="ja-JP" altLang="en-US"/>
          </a:p>
        </p:txBody>
      </p:sp>
      <p:sp>
        <p:nvSpPr>
          <p:cNvPr id="5" name="Google Shape;293;g22eabc07916_0_16">
            <a:extLst>
              <a:ext uri="{FF2B5EF4-FFF2-40B4-BE49-F238E27FC236}">
                <a16:creationId xmlns:a16="http://schemas.microsoft.com/office/drawing/2014/main" id="{B710B7E6-219A-3E95-88D8-872BFAC26319}"/>
              </a:ext>
            </a:extLst>
          </p:cNvPr>
          <p:cNvSpPr txBox="1">
            <a:spLocks noGrp="1"/>
          </p:cNvSpPr>
          <p:nvPr>
            <p:ph type="body" idx="1"/>
          </p:nvPr>
        </p:nvSpPr>
        <p:spPr>
          <a:xfrm>
            <a:off x="277894" y="994018"/>
            <a:ext cx="11614847" cy="5195455"/>
          </a:xfrm>
        </p:spPr>
        <p:txBody>
          <a:bodyPr spcFirstLastPara="1" vert="horz" wrap="square" lIns="91425" tIns="45700" rIns="91425" bIns="45700" rtlCol="0" anchor="t" anchorCtr="0">
            <a:normAutofit/>
          </a:bodyPr>
          <a:lstStyle/>
          <a:p>
            <a:r>
              <a:rPr lang="ja-JP" altLang="en-US"/>
              <a:t>ユークリッド距離</a:t>
            </a:r>
            <a:endParaRPr lang="ja-JP" altLang="en-US" dirty="0"/>
          </a:p>
          <a:p>
            <a:pPr lvl="1"/>
            <a:r>
              <a:rPr lang="en" altLang="ja-JP" dirty="0"/>
              <a:t>d1(c1) = d2(c2)</a:t>
            </a:r>
            <a:endParaRPr lang="en" dirty="0"/>
          </a:p>
          <a:p>
            <a:endParaRPr lang="en" dirty="0"/>
          </a:p>
          <a:p>
            <a:r>
              <a:rPr lang="ja-JP" altLang="en-US"/>
              <a:t>マハラノビス距離</a:t>
            </a:r>
            <a:endParaRPr lang="ja-JP" altLang="en-US" dirty="0"/>
          </a:p>
          <a:p>
            <a:pPr lvl="1"/>
            <a:r>
              <a:rPr lang="ja-JP" altLang="en-US"/>
              <a:t>広がりの大きい分布に</a:t>
            </a:r>
            <a:br>
              <a:rPr lang="en-US" altLang="ja-JP" dirty="0"/>
            </a:br>
            <a:r>
              <a:rPr lang="ja-JP" altLang="en-US"/>
              <a:t>対して短くなる距離</a:t>
            </a:r>
            <a:endParaRPr lang="ja-JP" altLang="en-US" dirty="0"/>
          </a:p>
          <a:p>
            <a:pPr lvl="1"/>
            <a:r>
              <a:rPr lang="en" altLang="ja-JP" dirty="0"/>
              <a:t>d1(c1) &gt; d2(c2)</a:t>
            </a:r>
            <a:endParaRPr lang="en" dirty="0"/>
          </a:p>
          <a:p>
            <a:endParaRPr lang="en" dirty="0"/>
          </a:p>
          <a:p>
            <a:endParaRPr lang="en" dirty="0"/>
          </a:p>
        </p:txBody>
      </p:sp>
      <p:sp>
        <p:nvSpPr>
          <p:cNvPr id="4" name="スライド番号プレースホルダー 3">
            <a:extLst>
              <a:ext uri="{FF2B5EF4-FFF2-40B4-BE49-F238E27FC236}">
                <a16:creationId xmlns:a16="http://schemas.microsoft.com/office/drawing/2014/main" id="{7AC2AB1C-F876-5090-D597-5B85A3D38BB1}"/>
              </a:ext>
            </a:extLst>
          </p:cNvPr>
          <p:cNvSpPr>
            <a:spLocks noGrp="1"/>
          </p:cNvSpPr>
          <p:nvPr>
            <p:ph type="sldNum" idx="12"/>
          </p:nvPr>
        </p:nvSpPr>
        <p:spPr>
          <a:xfrm>
            <a:off x="11444346" y="-71929"/>
            <a:ext cx="896789" cy="476682"/>
          </a:xfrm>
        </p:spPr>
        <p:txBody>
          <a:bodyPr/>
          <a:lstStyle/>
          <a:p>
            <a:fld id="{00000000-1234-1234-1234-123412341234}" type="slidenum">
              <a:rPr lang="en-US" altLang="ja-JP" smtClean="0"/>
              <a:pPr/>
              <a:t>8</a:t>
            </a:fld>
            <a:endParaRPr lang="ja-JP" altLang="en-US"/>
          </a:p>
        </p:txBody>
      </p:sp>
      <p:sp>
        <p:nvSpPr>
          <p:cNvPr id="6" name="Google Shape;295;g22eabc07916_0_16">
            <a:extLst>
              <a:ext uri="{FF2B5EF4-FFF2-40B4-BE49-F238E27FC236}">
                <a16:creationId xmlns:a16="http://schemas.microsoft.com/office/drawing/2014/main" id="{2E169BFF-5827-48E6-90FC-B85F43A49BE0}"/>
              </a:ext>
            </a:extLst>
          </p:cNvPr>
          <p:cNvSpPr/>
          <p:nvPr/>
        </p:nvSpPr>
        <p:spPr>
          <a:xfrm>
            <a:off x="6192375" y="969250"/>
            <a:ext cx="4475700" cy="2871600"/>
          </a:xfrm>
          <a:prstGeom prst="rect">
            <a:avLst/>
          </a:prstGeom>
          <a:solidFill>
            <a:schemeClr val="lt1"/>
          </a:solidFill>
          <a:ln w="9525" cap="flat" cmpd="sng">
            <a:solidFill>
              <a:schemeClr val="dk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sz="1700" b="1"/>
          </a:p>
        </p:txBody>
      </p:sp>
      <p:sp>
        <p:nvSpPr>
          <p:cNvPr id="7" name="Google Shape;296;g22eabc07916_0_16">
            <a:extLst>
              <a:ext uri="{FF2B5EF4-FFF2-40B4-BE49-F238E27FC236}">
                <a16:creationId xmlns:a16="http://schemas.microsoft.com/office/drawing/2014/main" id="{B9F9946F-F3C2-E9F3-6799-8D8FABC2BE5B}"/>
              </a:ext>
            </a:extLst>
          </p:cNvPr>
          <p:cNvSpPr/>
          <p:nvPr/>
        </p:nvSpPr>
        <p:spPr>
          <a:xfrm>
            <a:off x="6192375" y="3986400"/>
            <a:ext cx="4475700" cy="2871600"/>
          </a:xfrm>
          <a:prstGeom prst="rect">
            <a:avLst/>
          </a:prstGeom>
          <a:solidFill>
            <a:schemeClr val="lt1"/>
          </a:solidFill>
          <a:ln w="9525" cap="flat" cmpd="sng">
            <a:solidFill>
              <a:schemeClr val="dk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sz="1700" b="1"/>
          </a:p>
        </p:txBody>
      </p:sp>
      <p:cxnSp>
        <p:nvCxnSpPr>
          <p:cNvPr id="8" name="Google Shape;297;g22eabc07916_0_16">
            <a:extLst>
              <a:ext uri="{FF2B5EF4-FFF2-40B4-BE49-F238E27FC236}">
                <a16:creationId xmlns:a16="http://schemas.microsoft.com/office/drawing/2014/main" id="{14ECD61A-09A7-FD27-EB39-5426B616C16F}"/>
              </a:ext>
            </a:extLst>
          </p:cNvPr>
          <p:cNvCxnSpPr/>
          <p:nvPr/>
        </p:nvCxnSpPr>
        <p:spPr>
          <a:xfrm rot="10800000">
            <a:off x="6618304" y="1265758"/>
            <a:ext cx="14100" cy="2299200"/>
          </a:xfrm>
          <a:prstGeom prst="straightConnector1">
            <a:avLst/>
          </a:prstGeom>
          <a:noFill/>
          <a:ln w="28575" cap="flat" cmpd="sng">
            <a:solidFill>
              <a:schemeClr val="dk2"/>
            </a:solidFill>
            <a:prstDash val="solid"/>
            <a:round/>
            <a:headEnd type="none" w="med" len="med"/>
            <a:tailEnd type="stealth" w="med" len="med"/>
          </a:ln>
        </p:spPr>
      </p:cxnSp>
      <p:cxnSp>
        <p:nvCxnSpPr>
          <p:cNvPr id="9" name="Google Shape;298;g22eabc07916_0_16">
            <a:extLst>
              <a:ext uri="{FF2B5EF4-FFF2-40B4-BE49-F238E27FC236}">
                <a16:creationId xmlns:a16="http://schemas.microsoft.com/office/drawing/2014/main" id="{7AED608C-E396-FAEA-B21C-DDCC3E0C6DE6}"/>
              </a:ext>
            </a:extLst>
          </p:cNvPr>
          <p:cNvCxnSpPr/>
          <p:nvPr/>
        </p:nvCxnSpPr>
        <p:spPr>
          <a:xfrm>
            <a:off x="6632391" y="3564950"/>
            <a:ext cx="3776400" cy="0"/>
          </a:xfrm>
          <a:prstGeom prst="straightConnector1">
            <a:avLst/>
          </a:prstGeom>
          <a:noFill/>
          <a:ln w="28575" cap="flat" cmpd="sng">
            <a:solidFill>
              <a:schemeClr val="dk2"/>
            </a:solidFill>
            <a:prstDash val="solid"/>
            <a:round/>
            <a:headEnd type="none" w="med" len="med"/>
            <a:tailEnd type="stealth" w="med" len="med"/>
          </a:ln>
        </p:spPr>
      </p:cxnSp>
      <p:cxnSp>
        <p:nvCxnSpPr>
          <p:cNvPr id="10" name="Google Shape;299;g22eabc07916_0_16">
            <a:extLst>
              <a:ext uri="{FF2B5EF4-FFF2-40B4-BE49-F238E27FC236}">
                <a16:creationId xmlns:a16="http://schemas.microsoft.com/office/drawing/2014/main" id="{5F2FF6AB-5B4D-E086-2968-5C33B4B411A4}"/>
              </a:ext>
            </a:extLst>
          </p:cNvPr>
          <p:cNvCxnSpPr/>
          <p:nvPr/>
        </p:nvCxnSpPr>
        <p:spPr>
          <a:xfrm rot="10800000">
            <a:off x="6618304" y="4272608"/>
            <a:ext cx="14100" cy="2299200"/>
          </a:xfrm>
          <a:prstGeom prst="straightConnector1">
            <a:avLst/>
          </a:prstGeom>
          <a:noFill/>
          <a:ln w="28575" cap="flat" cmpd="sng">
            <a:solidFill>
              <a:schemeClr val="dk2"/>
            </a:solidFill>
            <a:prstDash val="solid"/>
            <a:round/>
            <a:headEnd type="none" w="med" len="med"/>
            <a:tailEnd type="stealth" w="med" len="med"/>
          </a:ln>
        </p:spPr>
      </p:cxnSp>
      <p:cxnSp>
        <p:nvCxnSpPr>
          <p:cNvPr id="11" name="Google Shape;300;g22eabc07916_0_16">
            <a:extLst>
              <a:ext uri="{FF2B5EF4-FFF2-40B4-BE49-F238E27FC236}">
                <a16:creationId xmlns:a16="http://schemas.microsoft.com/office/drawing/2014/main" id="{243BB8B7-DF2C-2E89-1D93-F565D98E16D7}"/>
              </a:ext>
            </a:extLst>
          </p:cNvPr>
          <p:cNvCxnSpPr/>
          <p:nvPr/>
        </p:nvCxnSpPr>
        <p:spPr>
          <a:xfrm>
            <a:off x="6632391" y="6571800"/>
            <a:ext cx="3776400" cy="0"/>
          </a:xfrm>
          <a:prstGeom prst="straightConnector1">
            <a:avLst/>
          </a:prstGeom>
          <a:noFill/>
          <a:ln w="28575" cap="flat" cmpd="sng">
            <a:solidFill>
              <a:schemeClr val="dk2"/>
            </a:solidFill>
            <a:prstDash val="solid"/>
            <a:round/>
            <a:headEnd type="none" w="med" len="med"/>
            <a:tailEnd type="stealth" w="med" len="med"/>
          </a:ln>
        </p:spPr>
      </p:cxnSp>
      <p:sp>
        <p:nvSpPr>
          <p:cNvPr id="12" name="Google Shape;301;g22eabc07916_0_16">
            <a:extLst>
              <a:ext uri="{FF2B5EF4-FFF2-40B4-BE49-F238E27FC236}">
                <a16:creationId xmlns:a16="http://schemas.microsoft.com/office/drawing/2014/main" id="{FC55221B-F311-F1CB-E4A7-A8AB87B4EB2E}"/>
              </a:ext>
            </a:extLst>
          </p:cNvPr>
          <p:cNvSpPr txBox="1"/>
          <p:nvPr/>
        </p:nvSpPr>
        <p:spPr>
          <a:xfrm>
            <a:off x="6324591" y="3304567"/>
            <a:ext cx="307800" cy="492600"/>
          </a:xfrm>
          <a:prstGeom prst="rect">
            <a:avLst/>
          </a:prstGeom>
          <a:noFill/>
          <a:ln>
            <a:noFill/>
          </a:ln>
        </p:spPr>
        <p:txBody>
          <a:bodyPr spcFirstLastPara="1" wrap="square" lIns="91425" tIns="91425" rIns="91425" bIns="91425" anchor="t" anchorCtr="0">
            <a:spAutoFit/>
          </a:bodyPr>
          <a:lstStyle/>
          <a:p>
            <a:r>
              <a:rPr lang="en-US" altLang="ja-JP" sz="2000" b="1">
                <a:latin typeface="Calibri"/>
                <a:ea typeface="Calibri"/>
                <a:cs typeface="Calibri"/>
                <a:sym typeface="Calibri"/>
              </a:rPr>
              <a:t>0</a:t>
            </a:r>
            <a:endParaRPr sz="2000" b="1">
              <a:latin typeface="Calibri"/>
              <a:ea typeface="Calibri"/>
              <a:cs typeface="Calibri"/>
              <a:sym typeface="Calibri"/>
            </a:endParaRPr>
          </a:p>
        </p:txBody>
      </p:sp>
      <p:sp>
        <p:nvSpPr>
          <p:cNvPr id="13" name="Google Shape;302;g22eabc07916_0_16">
            <a:extLst>
              <a:ext uri="{FF2B5EF4-FFF2-40B4-BE49-F238E27FC236}">
                <a16:creationId xmlns:a16="http://schemas.microsoft.com/office/drawing/2014/main" id="{9850CCEB-6852-2A35-C9CA-400D03B7F117}"/>
              </a:ext>
            </a:extLst>
          </p:cNvPr>
          <p:cNvSpPr txBox="1"/>
          <p:nvPr/>
        </p:nvSpPr>
        <p:spPr>
          <a:xfrm>
            <a:off x="6324591" y="6325504"/>
            <a:ext cx="307800" cy="492600"/>
          </a:xfrm>
          <a:prstGeom prst="rect">
            <a:avLst/>
          </a:prstGeom>
          <a:noFill/>
          <a:ln>
            <a:noFill/>
          </a:ln>
        </p:spPr>
        <p:txBody>
          <a:bodyPr spcFirstLastPara="1" wrap="square" lIns="91425" tIns="91425" rIns="91425" bIns="91425" anchor="t" anchorCtr="0">
            <a:spAutoFit/>
          </a:bodyPr>
          <a:lstStyle/>
          <a:p>
            <a:r>
              <a:rPr lang="en-US" altLang="ja-JP" sz="2000" b="1">
                <a:latin typeface="Calibri"/>
                <a:ea typeface="Calibri"/>
                <a:cs typeface="Calibri"/>
                <a:sym typeface="Calibri"/>
              </a:rPr>
              <a:t>0</a:t>
            </a:r>
            <a:endParaRPr sz="2000" b="1">
              <a:latin typeface="Calibri"/>
              <a:ea typeface="Calibri"/>
              <a:cs typeface="Calibri"/>
              <a:sym typeface="Calibri"/>
            </a:endParaRPr>
          </a:p>
        </p:txBody>
      </p:sp>
      <p:sp>
        <p:nvSpPr>
          <p:cNvPr id="14" name="Google Shape;303;g22eabc07916_0_16">
            <a:extLst>
              <a:ext uri="{FF2B5EF4-FFF2-40B4-BE49-F238E27FC236}">
                <a16:creationId xmlns:a16="http://schemas.microsoft.com/office/drawing/2014/main" id="{A50CC8B9-62A5-9ED5-C560-D5A973580569}"/>
              </a:ext>
            </a:extLst>
          </p:cNvPr>
          <p:cNvSpPr txBox="1"/>
          <p:nvPr/>
        </p:nvSpPr>
        <p:spPr>
          <a:xfrm>
            <a:off x="6257399" y="4980551"/>
            <a:ext cx="360900" cy="1292631"/>
          </a:xfrm>
          <a:prstGeom prst="rect">
            <a:avLst/>
          </a:prstGeom>
          <a:noFill/>
          <a:ln>
            <a:noFill/>
          </a:ln>
        </p:spPr>
        <p:txBody>
          <a:bodyPr spcFirstLastPara="1" wrap="square" lIns="91425" tIns="91425" rIns="91425" bIns="91425" anchor="t" anchorCtr="0">
            <a:spAutoFit/>
          </a:bodyPr>
          <a:lstStyle/>
          <a:p>
            <a:r>
              <a:rPr lang="ja-JP" altLang="en-US">
                <a:latin typeface="Calibri"/>
                <a:ea typeface="Calibri"/>
                <a:cs typeface="Calibri"/>
                <a:sym typeface="Calibri"/>
              </a:rPr>
              <a:t>確</a:t>
            </a:r>
            <a:endParaRPr>
              <a:latin typeface="Calibri"/>
              <a:ea typeface="Calibri"/>
              <a:cs typeface="Calibri"/>
              <a:sym typeface="Calibri"/>
            </a:endParaRPr>
          </a:p>
          <a:p>
            <a:r>
              <a:rPr lang="ja-JP" altLang="en-US">
                <a:latin typeface="Calibri"/>
                <a:ea typeface="Calibri"/>
                <a:cs typeface="Calibri"/>
                <a:sym typeface="Calibri"/>
              </a:rPr>
              <a:t>率</a:t>
            </a:r>
            <a:endParaRPr>
              <a:latin typeface="Calibri"/>
              <a:ea typeface="Calibri"/>
              <a:cs typeface="Calibri"/>
              <a:sym typeface="Calibri"/>
            </a:endParaRPr>
          </a:p>
          <a:p>
            <a:r>
              <a:rPr lang="ja-JP" altLang="en-US">
                <a:latin typeface="Calibri"/>
                <a:ea typeface="Calibri"/>
                <a:cs typeface="Calibri"/>
                <a:sym typeface="Calibri"/>
              </a:rPr>
              <a:t>密</a:t>
            </a:r>
            <a:endParaRPr>
              <a:latin typeface="Calibri"/>
              <a:ea typeface="Calibri"/>
              <a:cs typeface="Calibri"/>
              <a:sym typeface="Calibri"/>
            </a:endParaRPr>
          </a:p>
          <a:p>
            <a:r>
              <a:rPr lang="ja-JP" altLang="en-US">
                <a:latin typeface="Calibri"/>
                <a:ea typeface="Calibri"/>
                <a:cs typeface="Calibri"/>
                <a:sym typeface="Calibri"/>
              </a:rPr>
              <a:t>度</a:t>
            </a:r>
            <a:endParaRPr>
              <a:latin typeface="Calibri"/>
              <a:ea typeface="Calibri"/>
              <a:cs typeface="Calibri"/>
              <a:sym typeface="Calibri"/>
            </a:endParaRPr>
          </a:p>
        </p:txBody>
      </p:sp>
      <p:sp>
        <p:nvSpPr>
          <p:cNvPr id="15" name="Google Shape;304;g22eabc07916_0_16">
            <a:extLst>
              <a:ext uri="{FF2B5EF4-FFF2-40B4-BE49-F238E27FC236}">
                <a16:creationId xmlns:a16="http://schemas.microsoft.com/office/drawing/2014/main" id="{484B0C57-460E-1A41-D2CF-CB4F44C9520D}"/>
              </a:ext>
            </a:extLst>
          </p:cNvPr>
          <p:cNvSpPr txBox="1"/>
          <p:nvPr/>
        </p:nvSpPr>
        <p:spPr>
          <a:xfrm>
            <a:off x="10339925" y="3440651"/>
            <a:ext cx="561600" cy="461635"/>
          </a:xfrm>
          <a:prstGeom prst="rect">
            <a:avLst/>
          </a:prstGeom>
          <a:noFill/>
          <a:ln>
            <a:noFill/>
          </a:ln>
        </p:spPr>
        <p:txBody>
          <a:bodyPr spcFirstLastPara="1" wrap="square" lIns="91425" tIns="91425" rIns="91425" bIns="91425" anchor="t" anchorCtr="0">
            <a:spAutoFit/>
          </a:bodyPr>
          <a:lstStyle/>
          <a:p>
            <a:r>
              <a:rPr lang="en-US" altLang="ja-JP">
                <a:latin typeface="Calibri"/>
                <a:ea typeface="Calibri"/>
                <a:cs typeface="Calibri"/>
                <a:sym typeface="Calibri"/>
              </a:rPr>
              <a:t>X1</a:t>
            </a:r>
            <a:endParaRPr>
              <a:latin typeface="Calibri"/>
              <a:ea typeface="Calibri"/>
              <a:cs typeface="Calibri"/>
              <a:sym typeface="Calibri"/>
            </a:endParaRPr>
          </a:p>
        </p:txBody>
      </p:sp>
      <p:sp>
        <p:nvSpPr>
          <p:cNvPr id="16" name="Google Shape;305;g22eabc07916_0_16">
            <a:extLst>
              <a:ext uri="{FF2B5EF4-FFF2-40B4-BE49-F238E27FC236}">
                <a16:creationId xmlns:a16="http://schemas.microsoft.com/office/drawing/2014/main" id="{4FC30349-D94A-24E7-7F03-237CF24D5E1F}"/>
              </a:ext>
            </a:extLst>
          </p:cNvPr>
          <p:cNvSpPr txBox="1"/>
          <p:nvPr/>
        </p:nvSpPr>
        <p:spPr>
          <a:xfrm>
            <a:off x="10339925" y="6417901"/>
            <a:ext cx="561600" cy="461635"/>
          </a:xfrm>
          <a:prstGeom prst="rect">
            <a:avLst/>
          </a:prstGeom>
          <a:noFill/>
          <a:ln>
            <a:noFill/>
          </a:ln>
        </p:spPr>
        <p:txBody>
          <a:bodyPr spcFirstLastPara="1" wrap="square" lIns="91425" tIns="91425" rIns="91425" bIns="91425" anchor="t" anchorCtr="0">
            <a:spAutoFit/>
          </a:bodyPr>
          <a:lstStyle/>
          <a:p>
            <a:r>
              <a:rPr lang="en-US" altLang="ja-JP">
                <a:latin typeface="Calibri"/>
                <a:ea typeface="Calibri"/>
                <a:cs typeface="Calibri"/>
                <a:sym typeface="Calibri"/>
              </a:rPr>
              <a:t>X1</a:t>
            </a:r>
            <a:endParaRPr>
              <a:latin typeface="Calibri"/>
              <a:ea typeface="Calibri"/>
              <a:cs typeface="Calibri"/>
              <a:sym typeface="Calibri"/>
            </a:endParaRPr>
          </a:p>
        </p:txBody>
      </p:sp>
      <p:sp>
        <p:nvSpPr>
          <p:cNvPr id="17" name="Google Shape;306;g22eabc07916_0_16">
            <a:extLst>
              <a:ext uri="{FF2B5EF4-FFF2-40B4-BE49-F238E27FC236}">
                <a16:creationId xmlns:a16="http://schemas.microsoft.com/office/drawing/2014/main" id="{0962C0AF-1873-BA6C-D368-8FBE26C99295}"/>
              </a:ext>
            </a:extLst>
          </p:cNvPr>
          <p:cNvSpPr txBox="1"/>
          <p:nvPr/>
        </p:nvSpPr>
        <p:spPr>
          <a:xfrm>
            <a:off x="6324600" y="969251"/>
            <a:ext cx="561600" cy="461635"/>
          </a:xfrm>
          <a:prstGeom prst="rect">
            <a:avLst/>
          </a:prstGeom>
          <a:noFill/>
          <a:ln>
            <a:noFill/>
          </a:ln>
        </p:spPr>
        <p:txBody>
          <a:bodyPr spcFirstLastPara="1" wrap="square" lIns="91425" tIns="91425" rIns="91425" bIns="91425" anchor="t" anchorCtr="0">
            <a:spAutoFit/>
          </a:bodyPr>
          <a:lstStyle/>
          <a:p>
            <a:r>
              <a:rPr lang="en-US" altLang="ja-JP">
                <a:latin typeface="Calibri"/>
                <a:ea typeface="Calibri"/>
                <a:cs typeface="Calibri"/>
                <a:sym typeface="Calibri"/>
              </a:rPr>
              <a:t>X2</a:t>
            </a:r>
            <a:endParaRPr>
              <a:latin typeface="Calibri"/>
              <a:ea typeface="Calibri"/>
              <a:cs typeface="Calibri"/>
              <a:sym typeface="Calibri"/>
            </a:endParaRPr>
          </a:p>
        </p:txBody>
      </p:sp>
      <p:pic>
        <p:nvPicPr>
          <p:cNvPr id="18" name="Google Shape;307;g22eabc07916_0_16">
            <a:extLst>
              <a:ext uri="{FF2B5EF4-FFF2-40B4-BE49-F238E27FC236}">
                <a16:creationId xmlns:a16="http://schemas.microsoft.com/office/drawing/2014/main" id="{F653F284-8E27-98BC-5F24-8AA64DBCA126}"/>
              </a:ext>
            </a:extLst>
          </p:cNvPr>
          <p:cNvPicPr preferRelativeResize="0"/>
          <p:nvPr/>
        </p:nvPicPr>
        <p:blipFill>
          <a:blip r:embed="rId2">
            <a:alphaModFix/>
          </a:blip>
          <a:stretch>
            <a:fillRect/>
          </a:stretch>
        </p:blipFill>
        <p:spPr>
          <a:xfrm rot="-70">
            <a:off x="6718376" y="4697306"/>
            <a:ext cx="1739813" cy="2146303"/>
          </a:xfrm>
          <a:prstGeom prst="rect">
            <a:avLst/>
          </a:prstGeom>
          <a:noFill/>
          <a:ln>
            <a:noFill/>
          </a:ln>
        </p:spPr>
      </p:pic>
      <p:pic>
        <p:nvPicPr>
          <p:cNvPr id="19" name="Google Shape;308;g22eabc07916_0_16">
            <a:extLst>
              <a:ext uri="{FF2B5EF4-FFF2-40B4-BE49-F238E27FC236}">
                <a16:creationId xmlns:a16="http://schemas.microsoft.com/office/drawing/2014/main" id="{660713C8-BC6E-C222-0851-0806E6D7C6EC}"/>
              </a:ext>
            </a:extLst>
          </p:cNvPr>
          <p:cNvPicPr preferRelativeResize="0"/>
          <p:nvPr/>
        </p:nvPicPr>
        <p:blipFill>
          <a:blip r:embed="rId3">
            <a:alphaModFix/>
          </a:blip>
          <a:stretch>
            <a:fillRect/>
          </a:stretch>
        </p:blipFill>
        <p:spPr>
          <a:xfrm rot="11">
            <a:off x="7213226" y="5584505"/>
            <a:ext cx="2991325" cy="1139690"/>
          </a:xfrm>
          <a:prstGeom prst="rect">
            <a:avLst/>
          </a:prstGeom>
          <a:noFill/>
          <a:ln>
            <a:noFill/>
          </a:ln>
        </p:spPr>
      </p:pic>
      <p:cxnSp>
        <p:nvCxnSpPr>
          <p:cNvPr id="20" name="Google Shape;309;g22eabc07916_0_16">
            <a:extLst>
              <a:ext uri="{FF2B5EF4-FFF2-40B4-BE49-F238E27FC236}">
                <a16:creationId xmlns:a16="http://schemas.microsoft.com/office/drawing/2014/main" id="{6D1AED92-AEAF-A80E-3EA5-112F658AC49C}"/>
              </a:ext>
            </a:extLst>
          </p:cNvPr>
          <p:cNvCxnSpPr/>
          <p:nvPr/>
        </p:nvCxnSpPr>
        <p:spPr>
          <a:xfrm>
            <a:off x="7604400" y="5117100"/>
            <a:ext cx="0" cy="1421100"/>
          </a:xfrm>
          <a:prstGeom prst="straightConnector1">
            <a:avLst/>
          </a:prstGeom>
          <a:noFill/>
          <a:ln w="19050" cap="flat" cmpd="sng">
            <a:solidFill>
              <a:schemeClr val="dk2"/>
            </a:solidFill>
            <a:prstDash val="dash"/>
            <a:round/>
            <a:headEnd type="none" w="med" len="med"/>
            <a:tailEnd type="none" w="med" len="med"/>
          </a:ln>
        </p:spPr>
      </p:cxnSp>
      <p:cxnSp>
        <p:nvCxnSpPr>
          <p:cNvPr id="21" name="Google Shape;310;g22eabc07916_0_16">
            <a:extLst>
              <a:ext uri="{FF2B5EF4-FFF2-40B4-BE49-F238E27FC236}">
                <a16:creationId xmlns:a16="http://schemas.microsoft.com/office/drawing/2014/main" id="{76D8F3D6-248F-5979-8BE5-6B6A2B09A6EC}"/>
              </a:ext>
            </a:extLst>
          </p:cNvPr>
          <p:cNvCxnSpPr/>
          <p:nvPr/>
        </p:nvCxnSpPr>
        <p:spPr>
          <a:xfrm>
            <a:off x="8766300" y="5792700"/>
            <a:ext cx="0" cy="723300"/>
          </a:xfrm>
          <a:prstGeom prst="straightConnector1">
            <a:avLst/>
          </a:prstGeom>
          <a:noFill/>
          <a:ln w="19050" cap="flat" cmpd="sng">
            <a:solidFill>
              <a:schemeClr val="dk2"/>
            </a:solidFill>
            <a:prstDash val="dash"/>
            <a:round/>
            <a:headEnd type="none" w="med" len="med"/>
            <a:tailEnd type="none" w="med" len="med"/>
          </a:ln>
        </p:spPr>
      </p:cxnSp>
      <p:sp>
        <p:nvSpPr>
          <p:cNvPr id="22" name="Google Shape;311;g22eabc07916_0_16">
            <a:extLst>
              <a:ext uri="{FF2B5EF4-FFF2-40B4-BE49-F238E27FC236}">
                <a16:creationId xmlns:a16="http://schemas.microsoft.com/office/drawing/2014/main" id="{1A2B7C39-9B15-E820-2DC2-BE251BBC7805}"/>
              </a:ext>
            </a:extLst>
          </p:cNvPr>
          <p:cNvSpPr txBox="1"/>
          <p:nvPr/>
        </p:nvSpPr>
        <p:spPr>
          <a:xfrm>
            <a:off x="6730800" y="4959925"/>
            <a:ext cx="927600" cy="369300"/>
          </a:xfrm>
          <a:prstGeom prst="rect">
            <a:avLst/>
          </a:prstGeom>
          <a:noFill/>
          <a:ln>
            <a:noFill/>
          </a:ln>
        </p:spPr>
        <p:txBody>
          <a:bodyPr spcFirstLastPara="1" wrap="square" lIns="91425" tIns="91425" rIns="91425" bIns="91425" anchor="t" anchorCtr="0">
            <a:spAutoFit/>
          </a:bodyPr>
          <a:lstStyle/>
          <a:p>
            <a:r>
              <a:rPr lang="ja-JP" altLang="en-US" sz="1200">
                <a:latin typeface="Calibri"/>
                <a:ea typeface="Calibri"/>
                <a:cs typeface="Calibri"/>
                <a:sym typeface="Calibri"/>
              </a:rPr>
              <a:t>クラス</a:t>
            </a:r>
            <a:r>
              <a:rPr lang="en-US" altLang="ja-JP" sz="1200">
                <a:latin typeface="Calibri"/>
                <a:ea typeface="Calibri"/>
                <a:cs typeface="Calibri"/>
                <a:sym typeface="Calibri"/>
              </a:rPr>
              <a:t>C1</a:t>
            </a:r>
            <a:endParaRPr sz="1200">
              <a:latin typeface="Calibri"/>
              <a:ea typeface="Calibri"/>
              <a:cs typeface="Calibri"/>
              <a:sym typeface="Calibri"/>
            </a:endParaRPr>
          </a:p>
        </p:txBody>
      </p:sp>
      <p:sp>
        <p:nvSpPr>
          <p:cNvPr id="23" name="Google Shape;312;g22eabc07916_0_16">
            <a:extLst>
              <a:ext uri="{FF2B5EF4-FFF2-40B4-BE49-F238E27FC236}">
                <a16:creationId xmlns:a16="http://schemas.microsoft.com/office/drawing/2014/main" id="{173B4F9F-2977-D1AF-7A5C-A656414CBBFB}"/>
              </a:ext>
            </a:extLst>
          </p:cNvPr>
          <p:cNvSpPr txBox="1"/>
          <p:nvPr/>
        </p:nvSpPr>
        <p:spPr>
          <a:xfrm>
            <a:off x="8877800" y="5547025"/>
            <a:ext cx="927600" cy="369300"/>
          </a:xfrm>
          <a:prstGeom prst="rect">
            <a:avLst/>
          </a:prstGeom>
          <a:noFill/>
          <a:ln>
            <a:noFill/>
          </a:ln>
        </p:spPr>
        <p:txBody>
          <a:bodyPr spcFirstLastPara="1" wrap="square" lIns="91425" tIns="91425" rIns="91425" bIns="91425" anchor="t" anchorCtr="0">
            <a:spAutoFit/>
          </a:bodyPr>
          <a:lstStyle/>
          <a:p>
            <a:r>
              <a:rPr lang="ja-JP" altLang="en-US" sz="1200">
                <a:latin typeface="Calibri"/>
                <a:ea typeface="Calibri"/>
                <a:cs typeface="Calibri"/>
                <a:sym typeface="Calibri"/>
              </a:rPr>
              <a:t>クラス</a:t>
            </a:r>
            <a:r>
              <a:rPr lang="en-US" altLang="ja-JP" sz="1200">
                <a:latin typeface="Calibri"/>
                <a:ea typeface="Calibri"/>
                <a:cs typeface="Calibri"/>
                <a:sym typeface="Calibri"/>
              </a:rPr>
              <a:t>C2</a:t>
            </a:r>
            <a:endParaRPr sz="1200">
              <a:latin typeface="Calibri"/>
              <a:ea typeface="Calibri"/>
              <a:cs typeface="Calibri"/>
              <a:sym typeface="Calibri"/>
            </a:endParaRPr>
          </a:p>
        </p:txBody>
      </p:sp>
      <p:sp>
        <p:nvSpPr>
          <p:cNvPr id="24" name="Google Shape;313;g22eabc07916_0_16">
            <a:extLst>
              <a:ext uri="{FF2B5EF4-FFF2-40B4-BE49-F238E27FC236}">
                <a16:creationId xmlns:a16="http://schemas.microsoft.com/office/drawing/2014/main" id="{A7DF843B-E1F9-C7A9-7891-CA29D11DBD6A}"/>
              </a:ext>
            </a:extLst>
          </p:cNvPr>
          <p:cNvSpPr txBox="1"/>
          <p:nvPr/>
        </p:nvSpPr>
        <p:spPr>
          <a:xfrm>
            <a:off x="7140588" y="6538100"/>
            <a:ext cx="927600" cy="369300"/>
          </a:xfrm>
          <a:prstGeom prst="rect">
            <a:avLst/>
          </a:prstGeom>
          <a:noFill/>
          <a:ln>
            <a:noFill/>
          </a:ln>
        </p:spPr>
        <p:txBody>
          <a:bodyPr spcFirstLastPara="1" wrap="square" lIns="91425" tIns="91425" rIns="91425" bIns="91425" anchor="t" anchorCtr="0">
            <a:spAutoFit/>
          </a:bodyPr>
          <a:lstStyle/>
          <a:p>
            <a:pPr algn="ctr"/>
            <a:r>
              <a:rPr lang="en-US" altLang="ja-JP" sz="1200">
                <a:latin typeface="Calibri"/>
                <a:ea typeface="Calibri"/>
                <a:cs typeface="Calibri"/>
                <a:sym typeface="Calibri"/>
              </a:rPr>
              <a:t>M1(c1)</a:t>
            </a:r>
            <a:endParaRPr sz="1200">
              <a:latin typeface="Calibri"/>
              <a:ea typeface="Calibri"/>
              <a:cs typeface="Calibri"/>
              <a:sym typeface="Calibri"/>
            </a:endParaRPr>
          </a:p>
        </p:txBody>
      </p:sp>
      <p:sp>
        <p:nvSpPr>
          <p:cNvPr id="25" name="Google Shape;314;g22eabc07916_0_16">
            <a:extLst>
              <a:ext uri="{FF2B5EF4-FFF2-40B4-BE49-F238E27FC236}">
                <a16:creationId xmlns:a16="http://schemas.microsoft.com/office/drawing/2014/main" id="{842D523D-CBE4-E189-8509-20A03D41B8BC}"/>
              </a:ext>
            </a:extLst>
          </p:cNvPr>
          <p:cNvSpPr txBox="1"/>
          <p:nvPr/>
        </p:nvSpPr>
        <p:spPr>
          <a:xfrm>
            <a:off x="8302488" y="6550775"/>
            <a:ext cx="927600" cy="369300"/>
          </a:xfrm>
          <a:prstGeom prst="rect">
            <a:avLst/>
          </a:prstGeom>
          <a:noFill/>
          <a:ln>
            <a:noFill/>
          </a:ln>
        </p:spPr>
        <p:txBody>
          <a:bodyPr spcFirstLastPara="1" wrap="square" lIns="91425" tIns="91425" rIns="91425" bIns="91425" anchor="t" anchorCtr="0">
            <a:spAutoFit/>
          </a:bodyPr>
          <a:lstStyle/>
          <a:p>
            <a:pPr algn="ctr"/>
            <a:r>
              <a:rPr lang="en-US" altLang="ja-JP" sz="1200">
                <a:latin typeface="Calibri"/>
                <a:ea typeface="Calibri"/>
                <a:cs typeface="Calibri"/>
                <a:sym typeface="Calibri"/>
              </a:rPr>
              <a:t>M1(c2)</a:t>
            </a:r>
            <a:endParaRPr sz="1200">
              <a:latin typeface="Calibri"/>
              <a:ea typeface="Calibri"/>
              <a:cs typeface="Calibri"/>
              <a:sym typeface="Calibri"/>
            </a:endParaRPr>
          </a:p>
        </p:txBody>
      </p:sp>
      <p:sp>
        <p:nvSpPr>
          <p:cNvPr id="26" name="Google Shape;315;g22eabc07916_0_16">
            <a:extLst>
              <a:ext uri="{FF2B5EF4-FFF2-40B4-BE49-F238E27FC236}">
                <a16:creationId xmlns:a16="http://schemas.microsoft.com/office/drawing/2014/main" id="{04541C5C-E034-A0C3-0F26-90B40C2279C5}"/>
              </a:ext>
            </a:extLst>
          </p:cNvPr>
          <p:cNvSpPr txBox="1"/>
          <p:nvPr/>
        </p:nvSpPr>
        <p:spPr>
          <a:xfrm>
            <a:off x="8144400" y="6542325"/>
            <a:ext cx="561600" cy="338700"/>
          </a:xfrm>
          <a:prstGeom prst="rect">
            <a:avLst/>
          </a:prstGeom>
          <a:noFill/>
          <a:ln>
            <a:noFill/>
          </a:ln>
        </p:spPr>
        <p:txBody>
          <a:bodyPr spcFirstLastPara="1" wrap="square" lIns="91425" tIns="91425" rIns="91425" bIns="91425" anchor="t" anchorCtr="0">
            <a:spAutoFit/>
          </a:bodyPr>
          <a:lstStyle/>
          <a:p>
            <a:r>
              <a:rPr lang="en-US" altLang="ja-JP" sz="1000">
                <a:latin typeface="Calibri"/>
                <a:ea typeface="Calibri"/>
                <a:cs typeface="Calibri"/>
                <a:sym typeface="Calibri"/>
              </a:rPr>
              <a:t>X1</a:t>
            </a:r>
            <a:endParaRPr sz="1000">
              <a:latin typeface="Calibri"/>
              <a:ea typeface="Calibri"/>
              <a:cs typeface="Calibri"/>
              <a:sym typeface="Calibri"/>
            </a:endParaRPr>
          </a:p>
        </p:txBody>
      </p:sp>
      <p:sp>
        <p:nvSpPr>
          <p:cNvPr id="27" name="Google Shape;316;g22eabc07916_0_16">
            <a:extLst>
              <a:ext uri="{FF2B5EF4-FFF2-40B4-BE49-F238E27FC236}">
                <a16:creationId xmlns:a16="http://schemas.microsoft.com/office/drawing/2014/main" id="{EE0AE795-9CED-460F-2F82-583528892764}"/>
              </a:ext>
            </a:extLst>
          </p:cNvPr>
          <p:cNvSpPr/>
          <p:nvPr/>
        </p:nvSpPr>
        <p:spPr>
          <a:xfrm rot="-759770">
            <a:off x="6804492" y="1843831"/>
            <a:ext cx="1599812" cy="1246756"/>
          </a:xfrm>
          <a:prstGeom prst="ellipse">
            <a:avLst/>
          </a:prstGeom>
          <a:solidFill>
            <a:schemeClr val="lt1"/>
          </a:solidFill>
          <a:ln w="19050" cap="flat" cmpd="sng">
            <a:solidFill>
              <a:srgbClr val="FF0000"/>
            </a:solidFill>
            <a:prstDash val="solid"/>
            <a:round/>
            <a:headEnd type="none" w="sm" len="sm"/>
            <a:tailEnd type="none" w="sm" len="sm"/>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endParaRPr/>
          </a:p>
        </p:txBody>
      </p:sp>
      <p:sp>
        <p:nvSpPr>
          <p:cNvPr id="28" name="Google Shape;317;g22eabc07916_0_16">
            <a:extLst>
              <a:ext uri="{FF2B5EF4-FFF2-40B4-BE49-F238E27FC236}">
                <a16:creationId xmlns:a16="http://schemas.microsoft.com/office/drawing/2014/main" id="{C51F691D-EA8E-E15D-8FB2-696259FA4682}"/>
              </a:ext>
            </a:extLst>
          </p:cNvPr>
          <p:cNvSpPr/>
          <p:nvPr/>
        </p:nvSpPr>
        <p:spPr>
          <a:xfrm rot="-760026">
            <a:off x="7004497" y="1999697"/>
            <a:ext cx="1199802" cy="935027"/>
          </a:xfrm>
          <a:prstGeom prst="ellipse">
            <a:avLst/>
          </a:prstGeom>
          <a:solidFill>
            <a:schemeClr val="lt1"/>
          </a:solidFill>
          <a:ln w="19050" cap="flat" cmpd="sng">
            <a:solidFill>
              <a:srgbClr val="FF0000"/>
            </a:solidFill>
            <a:prstDash val="solid"/>
            <a:round/>
            <a:headEnd type="none" w="sm" len="sm"/>
            <a:tailEnd type="none" w="sm" len="sm"/>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endParaRPr/>
          </a:p>
        </p:txBody>
      </p:sp>
      <p:sp>
        <p:nvSpPr>
          <p:cNvPr id="29" name="Google Shape;318;g22eabc07916_0_16">
            <a:extLst>
              <a:ext uri="{FF2B5EF4-FFF2-40B4-BE49-F238E27FC236}">
                <a16:creationId xmlns:a16="http://schemas.microsoft.com/office/drawing/2014/main" id="{9AD9A7AF-2F62-5F19-EC55-E2099EA560F2}"/>
              </a:ext>
            </a:extLst>
          </p:cNvPr>
          <p:cNvSpPr/>
          <p:nvPr/>
        </p:nvSpPr>
        <p:spPr>
          <a:xfrm rot="-755192">
            <a:off x="7184507" y="2139991"/>
            <a:ext cx="839782" cy="654439"/>
          </a:xfrm>
          <a:prstGeom prst="ellipse">
            <a:avLst/>
          </a:prstGeom>
          <a:solidFill>
            <a:schemeClr val="lt1"/>
          </a:solidFill>
          <a:ln w="19050" cap="flat" cmpd="sng">
            <a:solidFill>
              <a:srgbClr val="FF0000"/>
            </a:solidFill>
            <a:prstDash val="solid"/>
            <a:round/>
            <a:headEnd type="none" w="sm" len="sm"/>
            <a:tailEnd type="none" w="sm" len="sm"/>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endParaRPr/>
          </a:p>
        </p:txBody>
      </p:sp>
      <p:sp>
        <p:nvSpPr>
          <p:cNvPr id="30" name="Google Shape;319;g22eabc07916_0_16">
            <a:extLst>
              <a:ext uri="{FF2B5EF4-FFF2-40B4-BE49-F238E27FC236}">
                <a16:creationId xmlns:a16="http://schemas.microsoft.com/office/drawing/2014/main" id="{E0879121-1A68-641B-2D66-D34C6335C7BA}"/>
              </a:ext>
            </a:extLst>
          </p:cNvPr>
          <p:cNvSpPr/>
          <p:nvPr/>
        </p:nvSpPr>
        <p:spPr>
          <a:xfrm rot="-760288">
            <a:off x="7369170" y="2283960"/>
            <a:ext cx="470459" cy="366499"/>
          </a:xfrm>
          <a:prstGeom prst="ellipse">
            <a:avLst/>
          </a:prstGeom>
          <a:solidFill>
            <a:schemeClr val="lt1"/>
          </a:solidFill>
          <a:ln w="19050" cap="flat" cmpd="sng">
            <a:solidFill>
              <a:srgbClr val="FF0000"/>
            </a:solidFill>
            <a:prstDash val="solid"/>
            <a:round/>
            <a:headEnd type="none" w="sm" len="sm"/>
            <a:tailEnd type="none" w="sm" len="sm"/>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endParaRPr/>
          </a:p>
        </p:txBody>
      </p:sp>
      <p:sp>
        <p:nvSpPr>
          <p:cNvPr id="31" name="Google Shape;320;g22eabc07916_0_16">
            <a:extLst>
              <a:ext uri="{FF2B5EF4-FFF2-40B4-BE49-F238E27FC236}">
                <a16:creationId xmlns:a16="http://schemas.microsoft.com/office/drawing/2014/main" id="{5150D5EC-4F78-514D-FE8B-ACBAE83A21CC}"/>
              </a:ext>
            </a:extLst>
          </p:cNvPr>
          <p:cNvSpPr/>
          <p:nvPr/>
        </p:nvSpPr>
        <p:spPr>
          <a:xfrm>
            <a:off x="7563600" y="2426400"/>
            <a:ext cx="81600" cy="81600"/>
          </a:xfrm>
          <a:prstGeom prst="ellipse">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32" name="Google Shape;321;g22eabc07916_0_16">
            <a:extLst>
              <a:ext uri="{FF2B5EF4-FFF2-40B4-BE49-F238E27FC236}">
                <a16:creationId xmlns:a16="http://schemas.microsoft.com/office/drawing/2014/main" id="{58C0F180-B6F0-FB51-EAB6-32B715732754}"/>
              </a:ext>
            </a:extLst>
          </p:cNvPr>
          <p:cNvSpPr/>
          <p:nvPr/>
        </p:nvSpPr>
        <p:spPr>
          <a:xfrm rot="901737">
            <a:off x="7927243" y="1568490"/>
            <a:ext cx="1759690" cy="1371317"/>
          </a:xfrm>
          <a:prstGeom prst="ellipse">
            <a:avLst/>
          </a:prstGeom>
          <a:noFill/>
          <a:ln w="19050" cap="flat" cmpd="sng">
            <a:solidFill>
              <a:srgbClr val="38761D"/>
            </a:solidFill>
            <a:prstDash val="solid"/>
            <a:round/>
            <a:headEnd type="none" w="sm" len="sm"/>
            <a:tailEnd type="none" w="sm" len="sm"/>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endParaRPr/>
          </a:p>
        </p:txBody>
      </p:sp>
      <p:sp>
        <p:nvSpPr>
          <p:cNvPr id="33" name="Google Shape;322;g22eabc07916_0_16">
            <a:extLst>
              <a:ext uri="{FF2B5EF4-FFF2-40B4-BE49-F238E27FC236}">
                <a16:creationId xmlns:a16="http://schemas.microsoft.com/office/drawing/2014/main" id="{4D3BB9A1-5E88-8E33-C367-7615E23AA9F2}"/>
              </a:ext>
            </a:extLst>
          </p:cNvPr>
          <p:cNvSpPr/>
          <p:nvPr/>
        </p:nvSpPr>
        <p:spPr>
          <a:xfrm rot="902455">
            <a:off x="8367220" y="1909733"/>
            <a:ext cx="879739" cy="685631"/>
          </a:xfrm>
          <a:prstGeom prst="ellipse">
            <a:avLst/>
          </a:prstGeom>
          <a:noFill/>
          <a:ln w="19050" cap="flat" cmpd="sng">
            <a:solidFill>
              <a:srgbClr val="38761D"/>
            </a:solidFill>
            <a:prstDash val="solid"/>
            <a:round/>
            <a:headEnd type="none" w="sm" len="sm"/>
            <a:tailEnd type="none" w="sm" len="sm"/>
          </a:ln>
          <a:effectLst>
            <a:outerShdw blurRad="57150" dist="19050" dir="5400000" algn="bl" rotWithShape="0">
              <a:schemeClr val="lt1">
                <a:alpha val="50000"/>
              </a:schemeClr>
            </a:outerShdw>
          </a:effectLst>
        </p:spPr>
        <p:txBody>
          <a:bodyPr spcFirstLastPara="1" wrap="square" lIns="91425" tIns="91425" rIns="91425" bIns="91425" anchor="ctr" anchorCtr="0">
            <a:noAutofit/>
          </a:bodyPr>
          <a:lstStyle/>
          <a:p>
            <a:endParaRPr/>
          </a:p>
        </p:txBody>
      </p:sp>
      <p:sp>
        <p:nvSpPr>
          <p:cNvPr id="34" name="Google Shape;323;g22eabc07916_0_16">
            <a:extLst>
              <a:ext uri="{FF2B5EF4-FFF2-40B4-BE49-F238E27FC236}">
                <a16:creationId xmlns:a16="http://schemas.microsoft.com/office/drawing/2014/main" id="{2B9F9957-0DA6-F886-C3D4-7B3013510866}"/>
              </a:ext>
            </a:extLst>
          </p:cNvPr>
          <p:cNvSpPr/>
          <p:nvPr/>
        </p:nvSpPr>
        <p:spPr>
          <a:xfrm>
            <a:off x="8766300" y="2213350"/>
            <a:ext cx="81600" cy="81600"/>
          </a:xfrm>
          <a:prstGeom prst="ellipse">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35" name="Google Shape;324;g22eabc07916_0_16">
            <a:extLst>
              <a:ext uri="{FF2B5EF4-FFF2-40B4-BE49-F238E27FC236}">
                <a16:creationId xmlns:a16="http://schemas.microsoft.com/office/drawing/2014/main" id="{D6AF676B-2759-B7B6-F6EB-0A4E60EE42E4}"/>
              </a:ext>
            </a:extLst>
          </p:cNvPr>
          <p:cNvSpPr txBox="1"/>
          <p:nvPr/>
        </p:nvSpPr>
        <p:spPr>
          <a:xfrm>
            <a:off x="7140588" y="3512713"/>
            <a:ext cx="927600" cy="369300"/>
          </a:xfrm>
          <a:prstGeom prst="rect">
            <a:avLst/>
          </a:prstGeom>
          <a:noFill/>
          <a:ln>
            <a:noFill/>
          </a:ln>
        </p:spPr>
        <p:txBody>
          <a:bodyPr spcFirstLastPara="1" wrap="square" lIns="91425" tIns="91425" rIns="91425" bIns="91425" anchor="t" anchorCtr="0">
            <a:spAutoFit/>
          </a:bodyPr>
          <a:lstStyle/>
          <a:p>
            <a:pPr algn="ctr"/>
            <a:r>
              <a:rPr lang="en-US" altLang="ja-JP" sz="1200">
                <a:latin typeface="Calibri"/>
                <a:ea typeface="Calibri"/>
                <a:cs typeface="Calibri"/>
                <a:sym typeface="Calibri"/>
              </a:rPr>
              <a:t>M1(c1)</a:t>
            </a:r>
            <a:endParaRPr sz="1200">
              <a:latin typeface="Calibri"/>
              <a:ea typeface="Calibri"/>
              <a:cs typeface="Calibri"/>
              <a:sym typeface="Calibri"/>
            </a:endParaRPr>
          </a:p>
        </p:txBody>
      </p:sp>
      <p:sp>
        <p:nvSpPr>
          <p:cNvPr id="36" name="Google Shape;325;g22eabc07916_0_16">
            <a:extLst>
              <a:ext uri="{FF2B5EF4-FFF2-40B4-BE49-F238E27FC236}">
                <a16:creationId xmlns:a16="http://schemas.microsoft.com/office/drawing/2014/main" id="{F91ED48D-04A1-E7B5-D885-6B55A3AC6061}"/>
              </a:ext>
            </a:extLst>
          </p:cNvPr>
          <p:cNvSpPr txBox="1"/>
          <p:nvPr/>
        </p:nvSpPr>
        <p:spPr>
          <a:xfrm>
            <a:off x="8343288" y="3512713"/>
            <a:ext cx="927600" cy="369300"/>
          </a:xfrm>
          <a:prstGeom prst="rect">
            <a:avLst/>
          </a:prstGeom>
          <a:noFill/>
          <a:ln>
            <a:noFill/>
          </a:ln>
        </p:spPr>
        <p:txBody>
          <a:bodyPr spcFirstLastPara="1" wrap="square" lIns="91425" tIns="91425" rIns="91425" bIns="91425" anchor="t" anchorCtr="0">
            <a:spAutoFit/>
          </a:bodyPr>
          <a:lstStyle/>
          <a:p>
            <a:pPr algn="ctr"/>
            <a:r>
              <a:rPr lang="en-US" altLang="ja-JP" sz="1200">
                <a:latin typeface="Calibri"/>
                <a:ea typeface="Calibri"/>
                <a:cs typeface="Calibri"/>
                <a:sym typeface="Calibri"/>
              </a:rPr>
              <a:t>M1(c2)</a:t>
            </a:r>
            <a:endParaRPr sz="1200">
              <a:latin typeface="Calibri"/>
              <a:ea typeface="Calibri"/>
              <a:cs typeface="Calibri"/>
              <a:sym typeface="Calibri"/>
            </a:endParaRPr>
          </a:p>
        </p:txBody>
      </p:sp>
      <p:sp>
        <p:nvSpPr>
          <p:cNvPr id="37" name="Google Shape;326;g22eabc07916_0_16">
            <a:extLst>
              <a:ext uri="{FF2B5EF4-FFF2-40B4-BE49-F238E27FC236}">
                <a16:creationId xmlns:a16="http://schemas.microsoft.com/office/drawing/2014/main" id="{09B8B599-3AF1-FFB2-9DAA-A7A8868D36D3}"/>
              </a:ext>
            </a:extLst>
          </p:cNvPr>
          <p:cNvSpPr/>
          <p:nvPr/>
        </p:nvSpPr>
        <p:spPr>
          <a:xfrm>
            <a:off x="8182550" y="2496821"/>
            <a:ext cx="179550" cy="164225"/>
          </a:xfrm>
          <a:prstGeom prst="flowChartExtract">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cxnSp>
        <p:nvCxnSpPr>
          <p:cNvPr id="38" name="Google Shape;327;g22eabc07916_0_16">
            <a:extLst>
              <a:ext uri="{FF2B5EF4-FFF2-40B4-BE49-F238E27FC236}">
                <a16:creationId xmlns:a16="http://schemas.microsoft.com/office/drawing/2014/main" id="{BA135F7B-8F72-D220-FD16-D89CB9BDE42C}"/>
              </a:ext>
            </a:extLst>
          </p:cNvPr>
          <p:cNvCxnSpPr>
            <a:stCxn id="31" idx="6"/>
            <a:endCxn id="37" idx="1"/>
          </p:cNvCxnSpPr>
          <p:nvPr/>
        </p:nvCxnSpPr>
        <p:spPr>
          <a:xfrm>
            <a:off x="7645200" y="2467200"/>
            <a:ext cx="582300" cy="111600"/>
          </a:xfrm>
          <a:prstGeom prst="straightConnector1">
            <a:avLst/>
          </a:prstGeom>
          <a:noFill/>
          <a:ln w="28575" cap="flat" cmpd="sng">
            <a:solidFill>
              <a:schemeClr val="dk1"/>
            </a:solidFill>
            <a:prstDash val="solid"/>
            <a:round/>
            <a:headEnd type="stealth" w="med" len="med"/>
            <a:tailEnd type="stealth" w="med" len="med"/>
          </a:ln>
        </p:spPr>
      </p:cxnSp>
      <p:cxnSp>
        <p:nvCxnSpPr>
          <p:cNvPr id="39" name="Google Shape;328;g22eabc07916_0_16">
            <a:extLst>
              <a:ext uri="{FF2B5EF4-FFF2-40B4-BE49-F238E27FC236}">
                <a16:creationId xmlns:a16="http://schemas.microsoft.com/office/drawing/2014/main" id="{D53C9D31-D545-4BC3-79D1-695D15B3C312}"/>
              </a:ext>
            </a:extLst>
          </p:cNvPr>
          <p:cNvCxnSpPr>
            <a:stCxn id="37" idx="3"/>
            <a:endCxn id="34" idx="3"/>
          </p:cNvCxnSpPr>
          <p:nvPr/>
        </p:nvCxnSpPr>
        <p:spPr>
          <a:xfrm rot="10800000" flipH="1">
            <a:off x="8317213" y="2283133"/>
            <a:ext cx="461100" cy="295800"/>
          </a:xfrm>
          <a:prstGeom prst="straightConnector1">
            <a:avLst/>
          </a:prstGeom>
          <a:noFill/>
          <a:ln w="28575" cap="flat" cmpd="sng">
            <a:solidFill>
              <a:schemeClr val="dk1"/>
            </a:solidFill>
            <a:prstDash val="solid"/>
            <a:round/>
            <a:headEnd type="stealth" w="med" len="med"/>
            <a:tailEnd type="stealth" w="med" len="med"/>
          </a:ln>
        </p:spPr>
      </p:cxnSp>
      <p:sp>
        <p:nvSpPr>
          <p:cNvPr id="40" name="Google Shape;329;g22eabc07916_0_16">
            <a:extLst>
              <a:ext uri="{FF2B5EF4-FFF2-40B4-BE49-F238E27FC236}">
                <a16:creationId xmlns:a16="http://schemas.microsoft.com/office/drawing/2014/main" id="{778B2D4F-06BC-2725-D456-0E83614F0819}"/>
              </a:ext>
            </a:extLst>
          </p:cNvPr>
          <p:cNvSpPr txBox="1"/>
          <p:nvPr/>
        </p:nvSpPr>
        <p:spPr>
          <a:xfrm>
            <a:off x="8143925" y="3528013"/>
            <a:ext cx="561600" cy="338700"/>
          </a:xfrm>
          <a:prstGeom prst="rect">
            <a:avLst/>
          </a:prstGeom>
          <a:noFill/>
          <a:ln>
            <a:noFill/>
          </a:ln>
        </p:spPr>
        <p:txBody>
          <a:bodyPr spcFirstLastPara="1" wrap="square" lIns="91425" tIns="91425" rIns="91425" bIns="91425" anchor="t" anchorCtr="0">
            <a:spAutoFit/>
          </a:bodyPr>
          <a:lstStyle/>
          <a:p>
            <a:r>
              <a:rPr lang="en-US" altLang="ja-JP" sz="1000">
                <a:latin typeface="Calibri"/>
                <a:ea typeface="Calibri"/>
                <a:cs typeface="Calibri"/>
                <a:sym typeface="Calibri"/>
              </a:rPr>
              <a:t>X1</a:t>
            </a:r>
            <a:endParaRPr sz="1000">
              <a:latin typeface="Calibri"/>
              <a:ea typeface="Calibri"/>
              <a:cs typeface="Calibri"/>
              <a:sym typeface="Calibri"/>
            </a:endParaRPr>
          </a:p>
        </p:txBody>
      </p:sp>
      <p:sp>
        <p:nvSpPr>
          <p:cNvPr id="41" name="Google Shape;330;g22eabc07916_0_16">
            <a:extLst>
              <a:ext uri="{FF2B5EF4-FFF2-40B4-BE49-F238E27FC236}">
                <a16:creationId xmlns:a16="http://schemas.microsoft.com/office/drawing/2014/main" id="{F9823932-1754-4C03-F603-A533D879D525}"/>
              </a:ext>
            </a:extLst>
          </p:cNvPr>
          <p:cNvSpPr txBox="1"/>
          <p:nvPr/>
        </p:nvSpPr>
        <p:spPr>
          <a:xfrm>
            <a:off x="6104988" y="2282538"/>
            <a:ext cx="927600" cy="338700"/>
          </a:xfrm>
          <a:prstGeom prst="rect">
            <a:avLst/>
          </a:prstGeom>
          <a:noFill/>
          <a:ln>
            <a:noFill/>
          </a:ln>
        </p:spPr>
        <p:txBody>
          <a:bodyPr spcFirstLastPara="1" wrap="square" lIns="91425" tIns="91425" rIns="91425" bIns="91425" anchor="t" anchorCtr="0">
            <a:spAutoFit/>
          </a:bodyPr>
          <a:lstStyle/>
          <a:p>
            <a:r>
              <a:rPr lang="en-US" altLang="ja-JP" sz="1000">
                <a:latin typeface="Calibri"/>
                <a:ea typeface="Calibri"/>
                <a:cs typeface="Calibri"/>
                <a:sym typeface="Calibri"/>
              </a:rPr>
              <a:t>M2(c1)</a:t>
            </a:r>
            <a:endParaRPr sz="1000">
              <a:latin typeface="Calibri"/>
              <a:ea typeface="Calibri"/>
              <a:cs typeface="Calibri"/>
              <a:sym typeface="Calibri"/>
            </a:endParaRPr>
          </a:p>
        </p:txBody>
      </p:sp>
      <p:sp>
        <p:nvSpPr>
          <p:cNvPr id="42" name="Google Shape;331;g22eabc07916_0_16">
            <a:extLst>
              <a:ext uri="{FF2B5EF4-FFF2-40B4-BE49-F238E27FC236}">
                <a16:creationId xmlns:a16="http://schemas.microsoft.com/office/drawing/2014/main" id="{57BF262F-3EC3-5ADB-D219-BF86CD87594A}"/>
              </a:ext>
            </a:extLst>
          </p:cNvPr>
          <p:cNvSpPr txBox="1"/>
          <p:nvPr/>
        </p:nvSpPr>
        <p:spPr>
          <a:xfrm>
            <a:off x="6104988" y="2083188"/>
            <a:ext cx="927600" cy="338700"/>
          </a:xfrm>
          <a:prstGeom prst="rect">
            <a:avLst/>
          </a:prstGeom>
          <a:noFill/>
          <a:ln>
            <a:noFill/>
          </a:ln>
        </p:spPr>
        <p:txBody>
          <a:bodyPr spcFirstLastPara="1" wrap="square" lIns="91425" tIns="91425" rIns="91425" bIns="91425" anchor="t" anchorCtr="0">
            <a:spAutoFit/>
          </a:bodyPr>
          <a:lstStyle/>
          <a:p>
            <a:r>
              <a:rPr lang="en-US" altLang="ja-JP" sz="1000">
                <a:latin typeface="Calibri"/>
                <a:ea typeface="Calibri"/>
                <a:cs typeface="Calibri"/>
                <a:sym typeface="Calibri"/>
              </a:rPr>
              <a:t>M2(c2)</a:t>
            </a:r>
            <a:endParaRPr sz="1000">
              <a:latin typeface="Calibri"/>
              <a:ea typeface="Calibri"/>
              <a:cs typeface="Calibri"/>
              <a:sym typeface="Calibri"/>
            </a:endParaRPr>
          </a:p>
        </p:txBody>
      </p:sp>
      <p:cxnSp>
        <p:nvCxnSpPr>
          <p:cNvPr id="43" name="Google Shape;332;g22eabc07916_0_16">
            <a:extLst>
              <a:ext uri="{FF2B5EF4-FFF2-40B4-BE49-F238E27FC236}">
                <a16:creationId xmlns:a16="http://schemas.microsoft.com/office/drawing/2014/main" id="{AB8D9C8C-BC10-ABDD-54DD-D905FE9AC1E3}"/>
              </a:ext>
            </a:extLst>
          </p:cNvPr>
          <p:cNvCxnSpPr/>
          <p:nvPr/>
        </p:nvCxnSpPr>
        <p:spPr>
          <a:xfrm>
            <a:off x="6561600" y="2254150"/>
            <a:ext cx="87600" cy="0"/>
          </a:xfrm>
          <a:prstGeom prst="straightConnector1">
            <a:avLst/>
          </a:prstGeom>
          <a:noFill/>
          <a:ln w="28575" cap="flat" cmpd="sng">
            <a:solidFill>
              <a:schemeClr val="dk2"/>
            </a:solidFill>
            <a:prstDash val="solid"/>
            <a:round/>
            <a:headEnd type="none" w="med" len="med"/>
            <a:tailEnd type="none" w="med" len="med"/>
          </a:ln>
        </p:spPr>
      </p:cxnSp>
      <p:cxnSp>
        <p:nvCxnSpPr>
          <p:cNvPr id="44" name="Google Shape;333;g22eabc07916_0_16">
            <a:extLst>
              <a:ext uri="{FF2B5EF4-FFF2-40B4-BE49-F238E27FC236}">
                <a16:creationId xmlns:a16="http://schemas.microsoft.com/office/drawing/2014/main" id="{B8981D35-4C70-1066-2FF5-F979895BD055}"/>
              </a:ext>
            </a:extLst>
          </p:cNvPr>
          <p:cNvCxnSpPr/>
          <p:nvPr/>
        </p:nvCxnSpPr>
        <p:spPr>
          <a:xfrm>
            <a:off x="6561600" y="2467200"/>
            <a:ext cx="87600" cy="0"/>
          </a:xfrm>
          <a:prstGeom prst="straightConnector1">
            <a:avLst/>
          </a:prstGeom>
          <a:noFill/>
          <a:ln w="28575" cap="flat" cmpd="sng">
            <a:solidFill>
              <a:schemeClr val="dk2"/>
            </a:solidFill>
            <a:prstDash val="solid"/>
            <a:round/>
            <a:headEnd type="none" w="med" len="med"/>
            <a:tailEnd type="none" w="med" len="med"/>
          </a:ln>
        </p:spPr>
      </p:cxnSp>
      <p:sp>
        <p:nvSpPr>
          <p:cNvPr id="45" name="Google Shape;334;g22eabc07916_0_16">
            <a:extLst>
              <a:ext uri="{FF2B5EF4-FFF2-40B4-BE49-F238E27FC236}">
                <a16:creationId xmlns:a16="http://schemas.microsoft.com/office/drawing/2014/main" id="{F58FA049-AEBC-FAA6-D729-7F413E161731}"/>
              </a:ext>
            </a:extLst>
          </p:cNvPr>
          <p:cNvSpPr txBox="1"/>
          <p:nvPr/>
        </p:nvSpPr>
        <p:spPr>
          <a:xfrm>
            <a:off x="6288000" y="2467200"/>
            <a:ext cx="561600" cy="338700"/>
          </a:xfrm>
          <a:prstGeom prst="rect">
            <a:avLst/>
          </a:prstGeom>
          <a:noFill/>
          <a:ln>
            <a:noFill/>
          </a:ln>
        </p:spPr>
        <p:txBody>
          <a:bodyPr spcFirstLastPara="1" wrap="square" lIns="91425" tIns="91425" rIns="91425" bIns="91425" anchor="t" anchorCtr="0">
            <a:spAutoFit/>
          </a:bodyPr>
          <a:lstStyle/>
          <a:p>
            <a:r>
              <a:rPr lang="en-US" altLang="ja-JP" sz="1000">
                <a:latin typeface="Calibri"/>
                <a:ea typeface="Calibri"/>
                <a:cs typeface="Calibri"/>
                <a:sym typeface="Calibri"/>
              </a:rPr>
              <a:t>X2</a:t>
            </a:r>
            <a:endParaRPr sz="1000">
              <a:latin typeface="Calibri"/>
              <a:ea typeface="Calibri"/>
              <a:cs typeface="Calibri"/>
              <a:sym typeface="Calibri"/>
            </a:endParaRPr>
          </a:p>
        </p:txBody>
      </p:sp>
      <p:cxnSp>
        <p:nvCxnSpPr>
          <p:cNvPr id="46" name="Google Shape;335;g22eabc07916_0_16">
            <a:extLst>
              <a:ext uri="{FF2B5EF4-FFF2-40B4-BE49-F238E27FC236}">
                <a16:creationId xmlns:a16="http://schemas.microsoft.com/office/drawing/2014/main" id="{A939D28F-C195-7763-5F31-6DA9650AEC78}"/>
              </a:ext>
            </a:extLst>
          </p:cNvPr>
          <p:cNvCxnSpPr/>
          <p:nvPr/>
        </p:nvCxnSpPr>
        <p:spPr>
          <a:xfrm>
            <a:off x="6561600" y="2621250"/>
            <a:ext cx="87600" cy="0"/>
          </a:xfrm>
          <a:prstGeom prst="straightConnector1">
            <a:avLst/>
          </a:prstGeom>
          <a:noFill/>
          <a:ln w="28575" cap="flat" cmpd="sng">
            <a:solidFill>
              <a:schemeClr val="dk2"/>
            </a:solidFill>
            <a:prstDash val="solid"/>
            <a:round/>
            <a:headEnd type="none" w="med" len="med"/>
            <a:tailEnd type="none" w="med" len="med"/>
          </a:ln>
        </p:spPr>
      </p:cxnSp>
      <p:cxnSp>
        <p:nvCxnSpPr>
          <p:cNvPr id="47" name="Google Shape;336;g22eabc07916_0_16">
            <a:extLst>
              <a:ext uri="{FF2B5EF4-FFF2-40B4-BE49-F238E27FC236}">
                <a16:creationId xmlns:a16="http://schemas.microsoft.com/office/drawing/2014/main" id="{FBBC7BFB-F8B1-7B61-22D8-9EDCC7D0CB70}"/>
              </a:ext>
            </a:extLst>
          </p:cNvPr>
          <p:cNvCxnSpPr>
            <a:stCxn id="37" idx="0"/>
          </p:cNvCxnSpPr>
          <p:nvPr/>
        </p:nvCxnSpPr>
        <p:spPr>
          <a:xfrm rot="10800000" flipH="1">
            <a:off x="8272325" y="1330720"/>
            <a:ext cx="545400" cy="1166100"/>
          </a:xfrm>
          <a:prstGeom prst="straightConnector1">
            <a:avLst/>
          </a:prstGeom>
          <a:noFill/>
          <a:ln w="19050" cap="flat" cmpd="sng">
            <a:solidFill>
              <a:schemeClr val="dk1"/>
            </a:solidFill>
            <a:prstDash val="solid"/>
            <a:round/>
            <a:headEnd type="none" w="med" len="med"/>
            <a:tailEnd type="none" w="med" len="med"/>
          </a:ln>
        </p:spPr>
      </p:cxnSp>
      <p:sp>
        <p:nvSpPr>
          <p:cNvPr id="48" name="Google Shape;337;g22eabc07916_0_16">
            <a:extLst>
              <a:ext uri="{FF2B5EF4-FFF2-40B4-BE49-F238E27FC236}">
                <a16:creationId xmlns:a16="http://schemas.microsoft.com/office/drawing/2014/main" id="{271800EE-D61E-5E9E-F92E-6E8139AE3C9C}"/>
              </a:ext>
            </a:extLst>
          </p:cNvPr>
          <p:cNvSpPr txBox="1"/>
          <p:nvPr/>
        </p:nvSpPr>
        <p:spPr>
          <a:xfrm>
            <a:off x="8716025" y="1025326"/>
            <a:ext cx="1700100" cy="461635"/>
          </a:xfrm>
          <a:prstGeom prst="rect">
            <a:avLst/>
          </a:prstGeom>
          <a:noFill/>
          <a:ln>
            <a:noFill/>
          </a:ln>
        </p:spPr>
        <p:txBody>
          <a:bodyPr spcFirstLastPara="1" wrap="square" lIns="91425" tIns="91425" rIns="91425" bIns="91425" anchor="t" anchorCtr="0">
            <a:spAutoFit/>
          </a:bodyPr>
          <a:lstStyle/>
          <a:p>
            <a:r>
              <a:rPr lang="ja-JP" altLang="en-US">
                <a:latin typeface="Calibri"/>
                <a:ea typeface="Calibri"/>
                <a:cs typeface="Calibri"/>
                <a:sym typeface="Calibri"/>
              </a:rPr>
              <a:t>テスト画像</a:t>
            </a:r>
            <a:r>
              <a:rPr lang="en-US" altLang="ja-JP">
                <a:latin typeface="Calibri"/>
                <a:ea typeface="Calibri"/>
                <a:cs typeface="Calibri"/>
                <a:sym typeface="Calibri"/>
              </a:rPr>
              <a:t>X</a:t>
            </a:r>
            <a:endParaRPr>
              <a:latin typeface="Calibri"/>
              <a:ea typeface="Calibri"/>
              <a:cs typeface="Calibri"/>
              <a:sym typeface="Calibri"/>
            </a:endParaRPr>
          </a:p>
        </p:txBody>
      </p:sp>
      <p:cxnSp>
        <p:nvCxnSpPr>
          <p:cNvPr id="49" name="Google Shape;338;g22eabc07916_0_16">
            <a:extLst>
              <a:ext uri="{FF2B5EF4-FFF2-40B4-BE49-F238E27FC236}">
                <a16:creationId xmlns:a16="http://schemas.microsoft.com/office/drawing/2014/main" id="{621996C7-7067-6B8B-314C-55467101458B}"/>
              </a:ext>
            </a:extLst>
          </p:cNvPr>
          <p:cNvCxnSpPr/>
          <p:nvPr/>
        </p:nvCxnSpPr>
        <p:spPr>
          <a:xfrm flipH="1">
            <a:off x="7312198" y="2584897"/>
            <a:ext cx="590400" cy="676500"/>
          </a:xfrm>
          <a:prstGeom prst="straightConnector1">
            <a:avLst/>
          </a:prstGeom>
          <a:noFill/>
          <a:ln w="19050" cap="flat" cmpd="sng">
            <a:solidFill>
              <a:schemeClr val="dk2"/>
            </a:solidFill>
            <a:prstDash val="solid"/>
            <a:round/>
            <a:headEnd type="none" w="med" len="med"/>
            <a:tailEnd type="none" w="med" len="med"/>
          </a:ln>
        </p:spPr>
      </p:cxnSp>
      <p:cxnSp>
        <p:nvCxnSpPr>
          <p:cNvPr id="50" name="Google Shape;339;g22eabc07916_0_16">
            <a:extLst>
              <a:ext uri="{FF2B5EF4-FFF2-40B4-BE49-F238E27FC236}">
                <a16:creationId xmlns:a16="http://schemas.microsoft.com/office/drawing/2014/main" id="{66D67C6D-E1F6-8E80-44F6-F5DE26707EBC}"/>
              </a:ext>
            </a:extLst>
          </p:cNvPr>
          <p:cNvCxnSpPr/>
          <p:nvPr/>
        </p:nvCxnSpPr>
        <p:spPr>
          <a:xfrm>
            <a:off x="8585313" y="2445725"/>
            <a:ext cx="570000" cy="673800"/>
          </a:xfrm>
          <a:prstGeom prst="straightConnector1">
            <a:avLst/>
          </a:prstGeom>
          <a:noFill/>
          <a:ln w="19050" cap="flat" cmpd="sng">
            <a:solidFill>
              <a:schemeClr val="dk2"/>
            </a:solidFill>
            <a:prstDash val="solid"/>
            <a:round/>
            <a:headEnd type="none" w="med" len="med"/>
            <a:tailEnd type="none" w="med" len="med"/>
          </a:ln>
        </p:spPr>
      </p:cxnSp>
      <p:sp>
        <p:nvSpPr>
          <p:cNvPr id="51" name="Google Shape;340;g22eabc07916_0_16">
            <a:extLst>
              <a:ext uri="{FF2B5EF4-FFF2-40B4-BE49-F238E27FC236}">
                <a16:creationId xmlns:a16="http://schemas.microsoft.com/office/drawing/2014/main" id="{BC031464-58FA-2BFA-CF57-C66BCAE97AFC}"/>
              </a:ext>
            </a:extLst>
          </p:cNvPr>
          <p:cNvSpPr txBox="1"/>
          <p:nvPr/>
        </p:nvSpPr>
        <p:spPr>
          <a:xfrm>
            <a:off x="6886200" y="1549989"/>
            <a:ext cx="1700100" cy="461635"/>
          </a:xfrm>
          <a:prstGeom prst="rect">
            <a:avLst/>
          </a:prstGeom>
          <a:noFill/>
          <a:ln>
            <a:noFill/>
          </a:ln>
        </p:spPr>
        <p:txBody>
          <a:bodyPr spcFirstLastPara="1" wrap="square" lIns="91425" tIns="91425" rIns="91425" bIns="91425" anchor="t" anchorCtr="0">
            <a:spAutoFit/>
          </a:bodyPr>
          <a:lstStyle/>
          <a:p>
            <a:r>
              <a:rPr lang="ja-JP" altLang="en-US">
                <a:latin typeface="Calibri"/>
                <a:ea typeface="Calibri"/>
                <a:cs typeface="Calibri"/>
                <a:sym typeface="Calibri"/>
              </a:rPr>
              <a:t>クラス</a:t>
            </a:r>
            <a:r>
              <a:rPr lang="en-US" altLang="ja-JP">
                <a:latin typeface="Calibri"/>
                <a:ea typeface="Calibri"/>
                <a:cs typeface="Calibri"/>
                <a:sym typeface="Calibri"/>
              </a:rPr>
              <a:t>c1</a:t>
            </a:r>
            <a:endParaRPr>
              <a:latin typeface="Calibri"/>
              <a:ea typeface="Calibri"/>
              <a:cs typeface="Calibri"/>
              <a:sym typeface="Calibri"/>
            </a:endParaRPr>
          </a:p>
        </p:txBody>
      </p:sp>
      <p:sp>
        <p:nvSpPr>
          <p:cNvPr id="52" name="Google Shape;341;g22eabc07916_0_16">
            <a:extLst>
              <a:ext uri="{FF2B5EF4-FFF2-40B4-BE49-F238E27FC236}">
                <a16:creationId xmlns:a16="http://schemas.microsoft.com/office/drawing/2014/main" id="{45576C5F-50AF-0828-3C5F-A34F1A6E23AE}"/>
              </a:ext>
            </a:extLst>
          </p:cNvPr>
          <p:cNvSpPr txBox="1"/>
          <p:nvPr/>
        </p:nvSpPr>
        <p:spPr>
          <a:xfrm>
            <a:off x="9465850" y="1713664"/>
            <a:ext cx="1700100" cy="461635"/>
          </a:xfrm>
          <a:prstGeom prst="rect">
            <a:avLst/>
          </a:prstGeom>
          <a:noFill/>
          <a:ln>
            <a:noFill/>
          </a:ln>
        </p:spPr>
        <p:txBody>
          <a:bodyPr spcFirstLastPara="1" wrap="square" lIns="91425" tIns="91425" rIns="91425" bIns="91425" anchor="t" anchorCtr="0">
            <a:spAutoFit/>
          </a:bodyPr>
          <a:lstStyle/>
          <a:p>
            <a:r>
              <a:rPr lang="ja-JP" altLang="en-US">
                <a:latin typeface="Calibri"/>
                <a:ea typeface="Calibri"/>
                <a:cs typeface="Calibri"/>
                <a:sym typeface="Calibri"/>
              </a:rPr>
              <a:t>クラス</a:t>
            </a:r>
            <a:r>
              <a:rPr lang="en-US" altLang="ja-JP">
                <a:latin typeface="Calibri"/>
                <a:ea typeface="Calibri"/>
                <a:cs typeface="Calibri"/>
                <a:sym typeface="Calibri"/>
              </a:rPr>
              <a:t>c2</a:t>
            </a:r>
            <a:endParaRPr>
              <a:latin typeface="Calibri"/>
              <a:ea typeface="Calibri"/>
              <a:cs typeface="Calibri"/>
              <a:sym typeface="Calibri"/>
            </a:endParaRPr>
          </a:p>
        </p:txBody>
      </p:sp>
      <p:sp>
        <p:nvSpPr>
          <p:cNvPr id="53" name="Google Shape;342;g22eabc07916_0_16">
            <a:extLst>
              <a:ext uri="{FF2B5EF4-FFF2-40B4-BE49-F238E27FC236}">
                <a16:creationId xmlns:a16="http://schemas.microsoft.com/office/drawing/2014/main" id="{F1584B43-121E-7478-DA6A-730985CC56E7}"/>
              </a:ext>
            </a:extLst>
          </p:cNvPr>
          <p:cNvSpPr txBox="1"/>
          <p:nvPr/>
        </p:nvSpPr>
        <p:spPr>
          <a:xfrm>
            <a:off x="7117863" y="3141826"/>
            <a:ext cx="540600" cy="461635"/>
          </a:xfrm>
          <a:prstGeom prst="rect">
            <a:avLst/>
          </a:prstGeom>
          <a:noFill/>
          <a:ln>
            <a:noFill/>
          </a:ln>
        </p:spPr>
        <p:txBody>
          <a:bodyPr spcFirstLastPara="1" wrap="square" lIns="91425" tIns="91425" rIns="91425" bIns="91425" anchor="t" anchorCtr="0">
            <a:spAutoFit/>
          </a:bodyPr>
          <a:lstStyle/>
          <a:p>
            <a:r>
              <a:rPr lang="en-US" altLang="ja-JP">
                <a:latin typeface="Calibri"/>
                <a:ea typeface="Calibri"/>
                <a:cs typeface="Calibri"/>
                <a:sym typeface="Calibri"/>
              </a:rPr>
              <a:t>d1</a:t>
            </a:r>
            <a:endParaRPr>
              <a:latin typeface="Calibri"/>
              <a:ea typeface="Calibri"/>
              <a:cs typeface="Calibri"/>
              <a:sym typeface="Calibri"/>
            </a:endParaRPr>
          </a:p>
        </p:txBody>
      </p:sp>
      <p:sp>
        <p:nvSpPr>
          <p:cNvPr id="54" name="Google Shape;343;g22eabc07916_0_16">
            <a:extLst>
              <a:ext uri="{FF2B5EF4-FFF2-40B4-BE49-F238E27FC236}">
                <a16:creationId xmlns:a16="http://schemas.microsoft.com/office/drawing/2014/main" id="{974488F4-B5A2-1D16-73E9-854CC7C9A597}"/>
              </a:ext>
            </a:extLst>
          </p:cNvPr>
          <p:cNvSpPr txBox="1"/>
          <p:nvPr/>
        </p:nvSpPr>
        <p:spPr>
          <a:xfrm>
            <a:off x="9071288" y="3003376"/>
            <a:ext cx="540600" cy="461635"/>
          </a:xfrm>
          <a:prstGeom prst="rect">
            <a:avLst/>
          </a:prstGeom>
          <a:noFill/>
          <a:ln>
            <a:noFill/>
          </a:ln>
        </p:spPr>
        <p:txBody>
          <a:bodyPr spcFirstLastPara="1" wrap="square" lIns="91425" tIns="91425" rIns="91425" bIns="91425" anchor="t" anchorCtr="0">
            <a:spAutoFit/>
          </a:bodyPr>
          <a:lstStyle/>
          <a:p>
            <a:r>
              <a:rPr lang="en-US" altLang="ja-JP">
                <a:latin typeface="Calibri"/>
                <a:ea typeface="Calibri"/>
                <a:cs typeface="Calibri"/>
                <a:sym typeface="Calibri"/>
              </a:rPr>
              <a:t>d2</a:t>
            </a:r>
            <a:endParaRPr>
              <a:latin typeface="Calibri"/>
              <a:ea typeface="Calibri"/>
              <a:cs typeface="Calibri"/>
              <a:sym typeface="Calibri"/>
            </a:endParaRPr>
          </a:p>
        </p:txBody>
      </p:sp>
      <p:sp>
        <p:nvSpPr>
          <p:cNvPr id="55" name="Google Shape;344;g22eabc07916_0_16">
            <a:extLst>
              <a:ext uri="{FF2B5EF4-FFF2-40B4-BE49-F238E27FC236}">
                <a16:creationId xmlns:a16="http://schemas.microsoft.com/office/drawing/2014/main" id="{8F7039F7-F9F3-08F6-C386-5CCE31DD8065}"/>
              </a:ext>
            </a:extLst>
          </p:cNvPr>
          <p:cNvSpPr/>
          <p:nvPr/>
        </p:nvSpPr>
        <p:spPr>
          <a:xfrm>
            <a:off x="1694975" y="4836040"/>
            <a:ext cx="3967500" cy="2085900"/>
          </a:xfrm>
          <a:prstGeom prst="wedgeRectCallout">
            <a:avLst>
              <a:gd name="adj1" fmla="val 61871"/>
              <a:gd name="adj2" fmla="val -24318"/>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r>
              <a:rPr lang="ja-JP" altLang="en-US" sz="2400"/>
              <a:t>クラス</a:t>
            </a:r>
            <a:r>
              <a:rPr lang="en-US" altLang="ja-JP" sz="2400"/>
              <a:t>c1</a:t>
            </a:r>
            <a:r>
              <a:rPr lang="ja-JP" altLang="en-US" sz="2400"/>
              <a:t>の分布の裾よりもクラス</a:t>
            </a:r>
            <a:r>
              <a:rPr lang="en-US" altLang="ja-JP" sz="2400"/>
              <a:t>c2</a:t>
            </a:r>
            <a:r>
              <a:rPr lang="ja-JP" altLang="en-US" sz="2400"/>
              <a:t>の裾のほうが広く広がっている</a:t>
            </a:r>
            <a:endParaRPr sz="2400"/>
          </a:p>
          <a:p>
            <a:r>
              <a:rPr lang="ja-JP" altLang="en-US" sz="2400"/>
              <a:t>→</a:t>
            </a:r>
            <a:r>
              <a:rPr lang="ja-JP" altLang="en-US" sz="2400" b="1"/>
              <a:t>この画像が</a:t>
            </a:r>
            <a:r>
              <a:rPr lang="en-US" altLang="ja-JP" sz="2400" b="1"/>
              <a:t>c1</a:t>
            </a:r>
            <a:r>
              <a:rPr lang="ja-JP" altLang="en-US" sz="2400" b="1"/>
              <a:t>よりも</a:t>
            </a:r>
            <a:r>
              <a:rPr lang="en-US" altLang="ja-JP" sz="2400" b="1"/>
              <a:t>c2</a:t>
            </a:r>
            <a:r>
              <a:rPr lang="ja-JP" altLang="en-US" sz="2400" b="1"/>
              <a:t>に　なる確率が高い</a:t>
            </a:r>
            <a:endParaRPr sz="2400" b="1"/>
          </a:p>
        </p:txBody>
      </p:sp>
      <p:cxnSp>
        <p:nvCxnSpPr>
          <p:cNvPr id="58" name="Google Shape;310;g22eabc07916_0_16">
            <a:extLst>
              <a:ext uri="{FF2B5EF4-FFF2-40B4-BE49-F238E27FC236}">
                <a16:creationId xmlns:a16="http://schemas.microsoft.com/office/drawing/2014/main" id="{003CA95B-8EB5-AE9F-F5AF-0F9DC7E61AB7}"/>
              </a:ext>
            </a:extLst>
          </p:cNvPr>
          <p:cNvCxnSpPr>
            <a:cxnSpLocks/>
          </p:cNvCxnSpPr>
          <p:nvPr/>
        </p:nvCxnSpPr>
        <p:spPr>
          <a:xfrm>
            <a:off x="8233737" y="6273182"/>
            <a:ext cx="0" cy="313156"/>
          </a:xfrm>
          <a:prstGeom prst="straightConnector1">
            <a:avLst/>
          </a:prstGeom>
          <a:noFill/>
          <a:ln w="19050" cap="flat" cmpd="sng">
            <a:solidFill>
              <a:schemeClr val="dk2"/>
            </a:solidFill>
            <a:prstDash val="dash"/>
            <a:round/>
            <a:headEnd type="none" w="med" len="med"/>
            <a:tailEnd type="none" w="med" len="med"/>
          </a:ln>
        </p:spPr>
      </p:cxnSp>
    </p:spTree>
    <p:extLst>
      <p:ext uri="{BB962C8B-B14F-4D97-AF65-F5344CB8AC3E}">
        <p14:creationId xmlns:p14="http://schemas.microsoft.com/office/powerpoint/2010/main" val="40241604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g2549820c676_6_0"/>
          <p:cNvSpPr txBox="1">
            <a:spLocks noGrp="1"/>
          </p:cNvSpPr>
          <p:nvPr>
            <p:ph type="title"/>
          </p:nvPr>
        </p:nvSpPr>
        <p:spPr>
          <a:xfrm>
            <a:off x="277895" y="109030"/>
            <a:ext cx="9778315" cy="667131"/>
          </a:xfrm>
        </p:spPr>
        <p:txBody>
          <a:bodyPr spcFirstLastPara="1" vert="horz" wrap="square" lIns="91425" tIns="45700" rIns="91425" bIns="45700" rtlCol="0" anchor="ctr" anchorCtr="0">
            <a:normAutofit fontScale="90000"/>
          </a:bodyPr>
          <a:lstStyle/>
          <a:p>
            <a:r>
              <a:rPr lang="en" altLang="ja-JP">
                <a:latin typeface="Courier New" panose="02070309020205020404" pitchFamily="49" charset="0"/>
                <a:cs typeface="Courier New" panose="02070309020205020404" pitchFamily="49" charset="0"/>
              </a:rPr>
              <a:t>NN</a:t>
            </a:r>
            <a:r>
              <a:rPr lang="ja-JP" altLang="en-US">
                <a:latin typeface="Courier New" panose="02070309020205020404" pitchFamily="49" charset="0"/>
                <a:cs typeface="Courier New" panose="02070309020205020404" pitchFamily="49" charset="0"/>
              </a:rPr>
              <a:t>法 </a:t>
            </a:r>
            <a:r>
              <a:rPr lang="en" altLang="ja-JP">
                <a:latin typeface="Courier New" panose="02070309020205020404" pitchFamily="49" charset="0"/>
                <a:cs typeface="Courier New" panose="02070309020205020404" pitchFamily="49" charset="0"/>
              </a:rPr>
              <a:t>kNN</a:t>
            </a:r>
            <a:r>
              <a:rPr lang="ja-JP" altLang="en-US">
                <a:latin typeface="Courier New" panose="02070309020205020404" pitchFamily="49" charset="0"/>
                <a:cs typeface="Courier New" panose="02070309020205020404" pitchFamily="49" charset="0"/>
              </a:rPr>
              <a:t>法</a:t>
            </a:r>
          </a:p>
        </p:txBody>
      </p:sp>
      <p:sp>
        <p:nvSpPr>
          <p:cNvPr id="282" name="Google Shape;282;g2549820c676_6_0"/>
          <p:cNvSpPr txBox="1">
            <a:spLocks noGrp="1"/>
          </p:cNvSpPr>
          <p:nvPr>
            <p:ph type="body" idx="1"/>
          </p:nvPr>
        </p:nvSpPr>
        <p:spPr>
          <a:xfrm>
            <a:off x="277894" y="994018"/>
            <a:ext cx="11614847" cy="5195455"/>
          </a:xfrm>
        </p:spPr>
        <p:txBody>
          <a:bodyPr spcFirstLastPara="1" vert="horz" wrap="square" lIns="91425" tIns="45700" rIns="91425" bIns="45700" rtlCol="0" anchor="t" anchorCtr="0">
            <a:normAutofit/>
          </a:bodyPr>
          <a:lstStyle/>
          <a:p>
            <a:r>
              <a:rPr lang="en" altLang="ja-JP" dirty="0"/>
              <a:t>NN</a:t>
            </a:r>
            <a:r>
              <a:rPr lang="ja-JP" altLang="en-US"/>
              <a:t>法</a:t>
            </a:r>
          </a:p>
          <a:p>
            <a:pPr lvl="1"/>
            <a:r>
              <a:rPr lang="ja-JP" altLang="en-US"/>
              <a:t>テストデータに対して最も近傍の登録データを検索し</a:t>
            </a:r>
            <a:br>
              <a:rPr lang="en-US" altLang="ja-JP" dirty="0"/>
            </a:br>
            <a:r>
              <a:rPr lang="ja-JP" altLang="en-US"/>
              <a:t>そのデータが属するクラスにテストデータを識別</a:t>
            </a:r>
          </a:p>
          <a:p>
            <a:r>
              <a:rPr lang="en" altLang="ja-JP" dirty="0" err="1"/>
              <a:t>kNN</a:t>
            </a:r>
            <a:r>
              <a:rPr lang="ja-JP" altLang="en-US"/>
              <a:t>法</a:t>
            </a:r>
          </a:p>
          <a:p>
            <a:pPr lvl="1"/>
            <a:r>
              <a:rPr lang="ja-JP" altLang="en-US"/>
              <a:t>テストデータの近傍の</a:t>
            </a:r>
            <a:r>
              <a:rPr lang="en" altLang="ja-JP" dirty="0"/>
              <a:t>k</a:t>
            </a:r>
            <a:r>
              <a:rPr lang="ja-JP" altLang="en-US"/>
              <a:t>個の登録データを検索し属する</a:t>
            </a:r>
            <a:br>
              <a:rPr lang="en-US" altLang="ja-JP" dirty="0"/>
            </a:br>
            <a:r>
              <a:rPr lang="ja-JP" altLang="en-US"/>
              <a:t>サンプル数が最も多いクラスへテストデータを識別</a:t>
            </a:r>
          </a:p>
        </p:txBody>
      </p:sp>
      <p:sp>
        <p:nvSpPr>
          <p:cNvPr id="283" name="Google Shape;283;g2549820c676_6_0"/>
          <p:cNvSpPr txBox="1">
            <a:spLocks noGrp="1"/>
          </p:cNvSpPr>
          <p:nvPr>
            <p:ph type="sldNum" idx="12"/>
          </p:nvPr>
        </p:nvSpPr>
        <p:spPr>
          <a:xfrm>
            <a:off x="11444346" y="-71929"/>
            <a:ext cx="896789" cy="476682"/>
          </a:xfrm>
        </p:spPr>
        <p:txBody>
          <a:bodyPr spcFirstLastPara="1" vert="horz" wrap="square" lIns="91425" tIns="45700" rIns="91425" bIns="45700" rtlCol="0" anchor="ctr" anchorCtr="0">
            <a:noAutofit/>
          </a:bodyPr>
          <a:lstStyle/>
          <a:p>
            <a:fld id="{00000000-1234-1234-1234-123412341234}" type="slidenum">
              <a:rPr lang="en-US" altLang="ja-JP"/>
              <a:pPr/>
              <a:t>9</a:t>
            </a:fld>
            <a:endParaRPr lang="en-US"/>
          </a:p>
        </p:txBody>
      </p:sp>
      <p:sp>
        <p:nvSpPr>
          <p:cNvPr id="284" name="Google Shape;284;g2549820c676_6_0"/>
          <p:cNvSpPr/>
          <p:nvPr/>
        </p:nvSpPr>
        <p:spPr>
          <a:xfrm>
            <a:off x="3049000" y="4172711"/>
            <a:ext cx="6094021" cy="2753276"/>
          </a:xfrm>
          <a:prstGeom prst="rect">
            <a:avLst/>
          </a:prstGeom>
          <a:solidFill>
            <a:schemeClr val="lt1"/>
          </a:solidFill>
          <a:ln w="9525" cap="flat" cmpd="sng">
            <a:solidFill>
              <a:schemeClr val="dk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sz="1700" b="1"/>
          </a:p>
        </p:txBody>
      </p:sp>
      <p:cxnSp>
        <p:nvCxnSpPr>
          <p:cNvPr id="285" name="Google Shape;285;g2549820c676_6_0"/>
          <p:cNvCxnSpPr/>
          <p:nvPr/>
        </p:nvCxnSpPr>
        <p:spPr>
          <a:xfrm rot="10800000">
            <a:off x="3386207" y="4513849"/>
            <a:ext cx="14049" cy="2299127"/>
          </a:xfrm>
          <a:prstGeom prst="straightConnector1">
            <a:avLst/>
          </a:prstGeom>
          <a:noFill/>
          <a:ln w="28575" cap="flat" cmpd="sng">
            <a:solidFill>
              <a:schemeClr val="dk2"/>
            </a:solidFill>
            <a:prstDash val="solid"/>
            <a:round/>
            <a:headEnd type="none" w="med" len="med"/>
            <a:tailEnd type="stealth" w="med" len="med"/>
          </a:ln>
        </p:spPr>
      </p:cxnSp>
      <p:cxnSp>
        <p:nvCxnSpPr>
          <p:cNvPr id="286" name="Google Shape;286;g2549820c676_6_0"/>
          <p:cNvCxnSpPr/>
          <p:nvPr/>
        </p:nvCxnSpPr>
        <p:spPr>
          <a:xfrm>
            <a:off x="3413191" y="6780267"/>
            <a:ext cx="4757092" cy="0"/>
          </a:xfrm>
          <a:prstGeom prst="straightConnector1">
            <a:avLst/>
          </a:prstGeom>
          <a:noFill/>
          <a:ln w="28575" cap="flat" cmpd="sng">
            <a:solidFill>
              <a:schemeClr val="dk2"/>
            </a:solidFill>
            <a:prstDash val="solid"/>
            <a:round/>
            <a:headEnd type="none" w="med" len="med"/>
            <a:tailEnd type="stealth" w="med" len="med"/>
          </a:ln>
        </p:spPr>
      </p:cxnSp>
      <p:sp>
        <p:nvSpPr>
          <p:cNvPr id="287" name="Google Shape;287;g2549820c676_6_0"/>
          <p:cNvSpPr txBox="1"/>
          <p:nvPr/>
        </p:nvSpPr>
        <p:spPr>
          <a:xfrm>
            <a:off x="3063812" y="4235190"/>
            <a:ext cx="804600" cy="677078"/>
          </a:xfrm>
          <a:prstGeom prst="rect">
            <a:avLst/>
          </a:prstGeom>
          <a:noFill/>
          <a:ln>
            <a:noFill/>
          </a:ln>
        </p:spPr>
        <p:txBody>
          <a:bodyPr spcFirstLastPara="1" wrap="square" lIns="91425" tIns="91425" rIns="91425" bIns="91425" anchor="t" anchorCtr="0">
            <a:spAutoFit/>
          </a:bodyPr>
          <a:lstStyle/>
          <a:p>
            <a:r>
              <a:rPr lang="ja-JP" altLang="en-US" sz="1600" b="1">
                <a:latin typeface="Calibri"/>
                <a:ea typeface="Calibri"/>
                <a:cs typeface="Calibri"/>
                <a:sym typeface="Calibri"/>
              </a:rPr>
              <a:t>特徴２</a:t>
            </a:r>
            <a:endParaRPr sz="1600" b="1">
              <a:latin typeface="Calibri"/>
              <a:ea typeface="Calibri"/>
              <a:cs typeface="Calibri"/>
              <a:sym typeface="Calibri"/>
            </a:endParaRPr>
          </a:p>
        </p:txBody>
      </p:sp>
      <p:sp>
        <p:nvSpPr>
          <p:cNvPr id="288" name="Google Shape;288;g2549820c676_6_0"/>
          <p:cNvSpPr txBox="1"/>
          <p:nvPr/>
        </p:nvSpPr>
        <p:spPr>
          <a:xfrm>
            <a:off x="8243108" y="6574265"/>
            <a:ext cx="860100" cy="431100"/>
          </a:xfrm>
          <a:prstGeom prst="rect">
            <a:avLst/>
          </a:prstGeom>
          <a:noFill/>
          <a:ln>
            <a:noFill/>
          </a:ln>
        </p:spPr>
        <p:txBody>
          <a:bodyPr spcFirstLastPara="1" wrap="square" lIns="91425" tIns="91425" rIns="91425" bIns="91425" anchor="t" anchorCtr="0">
            <a:spAutoFit/>
          </a:bodyPr>
          <a:lstStyle/>
          <a:p>
            <a:r>
              <a:rPr lang="ja-JP" altLang="en-US" sz="1600" b="1">
                <a:latin typeface="Calibri"/>
                <a:ea typeface="Calibri"/>
                <a:cs typeface="Calibri"/>
                <a:sym typeface="Calibri"/>
              </a:rPr>
              <a:t>特徴１</a:t>
            </a:r>
            <a:endParaRPr sz="1600" b="1">
              <a:latin typeface="Calibri"/>
              <a:ea typeface="Calibri"/>
              <a:cs typeface="Calibri"/>
              <a:sym typeface="Calibri"/>
            </a:endParaRPr>
          </a:p>
        </p:txBody>
      </p:sp>
      <p:sp>
        <p:nvSpPr>
          <p:cNvPr id="289" name="Google Shape;289;g2549820c676_6_0"/>
          <p:cNvSpPr txBox="1"/>
          <p:nvPr/>
        </p:nvSpPr>
        <p:spPr>
          <a:xfrm>
            <a:off x="3105267" y="6544871"/>
            <a:ext cx="307927" cy="492568"/>
          </a:xfrm>
          <a:prstGeom prst="rect">
            <a:avLst/>
          </a:prstGeom>
          <a:noFill/>
          <a:ln>
            <a:noFill/>
          </a:ln>
        </p:spPr>
        <p:txBody>
          <a:bodyPr spcFirstLastPara="1" wrap="square" lIns="91425" tIns="91425" rIns="91425" bIns="91425" anchor="t" anchorCtr="0">
            <a:spAutoFit/>
          </a:bodyPr>
          <a:lstStyle/>
          <a:p>
            <a:r>
              <a:rPr lang="en-US" altLang="ja-JP" sz="2000" b="1">
                <a:latin typeface="Calibri"/>
                <a:ea typeface="Calibri"/>
                <a:cs typeface="Calibri"/>
                <a:sym typeface="Calibri"/>
              </a:rPr>
              <a:t>0</a:t>
            </a:r>
            <a:endParaRPr sz="2000" b="1">
              <a:latin typeface="Calibri"/>
              <a:ea typeface="Calibri"/>
              <a:cs typeface="Calibri"/>
              <a:sym typeface="Calibri"/>
            </a:endParaRPr>
          </a:p>
        </p:txBody>
      </p:sp>
      <p:sp>
        <p:nvSpPr>
          <p:cNvPr id="290" name="Google Shape;290;g2549820c676_6_0"/>
          <p:cNvSpPr/>
          <p:nvPr/>
        </p:nvSpPr>
        <p:spPr>
          <a:xfrm>
            <a:off x="7273398" y="4555613"/>
            <a:ext cx="150583" cy="153804"/>
          </a:xfrm>
          <a:prstGeom prst="flowChartProcess">
            <a:avLst/>
          </a:prstGeom>
          <a:solidFill>
            <a:srgbClr val="1155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291" name="Google Shape;291;g2549820c676_6_0"/>
          <p:cNvSpPr/>
          <p:nvPr/>
        </p:nvSpPr>
        <p:spPr>
          <a:xfrm>
            <a:off x="5135125" y="5504570"/>
            <a:ext cx="195536" cy="195536"/>
          </a:xfrm>
          <a:prstGeom prst="flowChartConnector">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highlight>
                <a:srgbClr val="FF0000"/>
              </a:highlight>
            </a:endParaRPr>
          </a:p>
        </p:txBody>
      </p:sp>
      <p:sp>
        <p:nvSpPr>
          <p:cNvPr id="292" name="Google Shape;292;g2549820c676_6_0"/>
          <p:cNvSpPr/>
          <p:nvPr/>
        </p:nvSpPr>
        <p:spPr>
          <a:xfrm>
            <a:off x="3926730" y="5565652"/>
            <a:ext cx="195536" cy="195536"/>
          </a:xfrm>
          <a:prstGeom prst="flowChartConnector">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highlight>
                <a:srgbClr val="FF0000"/>
              </a:highlight>
            </a:endParaRPr>
          </a:p>
        </p:txBody>
      </p:sp>
      <p:sp>
        <p:nvSpPr>
          <p:cNvPr id="293" name="Google Shape;293;g2549820c676_6_0"/>
          <p:cNvSpPr/>
          <p:nvPr/>
        </p:nvSpPr>
        <p:spPr>
          <a:xfrm>
            <a:off x="4706706" y="5622605"/>
            <a:ext cx="195536" cy="195536"/>
          </a:xfrm>
          <a:prstGeom prst="flowChartConnector">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highlight>
                <a:srgbClr val="FF0000"/>
              </a:highlight>
            </a:endParaRPr>
          </a:p>
        </p:txBody>
      </p:sp>
      <p:sp>
        <p:nvSpPr>
          <p:cNvPr id="294" name="Google Shape;294;g2549820c676_6_0"/>
          <p:cNvSpPr/>
          <p:nvPr/>
        </p:nvSpPr>
        <p:spPr>
          <a:xfrm>
            <a:off x="4980076" y="5173930"/>
            <a:ext cx="195536" cy="195536"/>
          </a:xfrm>
          <a:prstGeom prst="flowChartConnector">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highlight>
                <a:srgbClr val="FF0000"/>
              </a:highlight>
            </a:endParaRPr>
          </a:p>
        </p:txBody>
      </p:sp>
      <p:sp>
        <p:nvSpPr>
          <p:cNvPr id="295" name="Google Shape;295;g2549820c676_6_0"/>
          <p:cNvSpPr/>
          <p:nvPr/>
        </p:nvSpPr>
        <p:spPr>
          <a:xfrm>
            <a:off x="3989295" y="6017123"/>
            <a:ext cx="195536" cy="195536"/>
          </a:xfrm>
          <a:prstGeom prst="flowChartConnector">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highlight>
                <a:srgbClr val="FF0000"/>
              </a:highlight>
            </a:endParaRPr>
          </a:p>
        </p:txBody>
      </p:sp>
      <p:sp>
        <p:nvSpPr>
          <p:cNvPr id="296" name="Google Shape;296;g2549820c676_6_0"/>
          <p:cNvSpPr/>
          <p:nvPr/>
        </p:nvSpPr>
        <p:spPr>
          <a:xfrm>
            <a:off x="7838082" y="5538431"/>
            <a:ext cx="150583" cy="153804"/>
          </a:xfrm>
          <a:prstGeom prst="flowChartProcess">
            <a:avLst/>
          </a:prstGeom>
          <a:solidFill>
            <a:srgbClr val="1155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297" name="Google Shape;297;g2549820c676_6_0"/>
          <p:cNvSpPr/>
          <p:nvPr/>
        </p:nvSpPr>
        <p:spPr>
          <a:xfrm>
            <a:off x="6516375" y="6088759"/>
            <a:ext cx="150583" cy="153804"/>
          </a:xfrm>
          <a:prstGeom prst="flowChartProcess">
            <a:avLst/>
          </a:prstGeom>
          <a:solidFill>
            <a:srgbClr val="1155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298" name="Google Shape;298;g2549820c676_6_0"/>
          <p:cNvSpPr/>
          <p:nvPr/>
        </p:nvSpPr>
        <p:spPr>
          <a:xfrm>
            <a:off x="7162239" y="5509648"/>
            <a:ext cx="150583" cy="153804"/>
          </a:xfrm>
          <a:prstGeom prst="flowChartProcess">
            <a:avLst/>
          </a:prstGeom>
          <a:solidFill>
            <a:srgbClr val="1155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299" name="Google Shape;299;g2549820c676_6_0"/>
          <p:cNvSpPr/>
          <p:nvPr/>
        </p:nvSpPr>
        <p:spPr>
          <a:xfrm>
            <a:off x="5939655" y="5538441"/>
            <a:ext cx="150583" cy="153804"/>
          </a:xfrm>
          <a:prstGeom prst="flowChartProcess">
            <a:avLst/>
          </a:prstGeom>
          <a:solidFill>
            <a:srgbClr val="1155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300" name="Google Shape;300;g2549820c676_6_0"/>
          <p:cNvSpPr/>
          <p:nvPr/>
        </p:nvSpPr>
        <p:spPr>
          <a:xfrm>
            <a:off x="6669595" y="5032636"/>
            <a:ext cx="150583" cy="153804"/>
          </a:xfrm>
          <a:prstGeom prst="flowChartProcess">
            <a:avLst/>
          </a:prstGeom>
          <a:solidFill>
            <a:srgbClr val="1155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301" name="Google Shape;301;g2549820c676_6_0"/>
          <p:cNvSpPr/>
          <p:nvPr/>
        </p:nvSpPr>
        <p:spPr>
          <a:xfrm>
            <a:off x="6207463" y="5090408"/>
            <a:ext cx="150583" cy="153804"/>
          </a:xfrm>
          <a:prstGeom prst="flowChartProcess">
            <a:avLst/>
          </a:prstGeom>
          <a:solidFill>
            <a:srgbClr val="1155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302" name="Google Shape;302;g2549820c676_6_0"/>
          <p:cNvSpPr/>
          <p:nvPr/>
        </p:nvSpPr>
        <p:spPr>
          <a:xfrm>
            <a:off x="5157654" y="6537789"/>
            <a:ext cx="150583" cy="153804"/>
          </a:xfrm>
          <a:prstGeom prst="flowChartProcess">
            <a:avLst/>
          </a:prstGeom>
          <a:solidFill>
            <a:srgbClr val="1155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303" name="Google Shape;303;g2549820c676_6_0"/>
          <p:cNvSpPr/>
          <p:nvPr/>
        </p:nvSpPr>
        <p:spPr>
          <a:xfrm>
            <a:off x="5044658" y="4721442"/>
            <a:ext cx="150583" cy="153804"/>
          </a:xfrm>
          <a:prstGeom prst="flowChartProcess">
            <a:avLst/>
          </a:prstGeom>
          <a:solidFill>
            <a:srgbClr val="1155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304" name="Google Shape;304;g2549820c676_6_0"/>
          <p:cNvSpPr/>
          <p:nvPr/>
        </p:nvSpPr>
        <p:spPr>
          <a:xfrm>
            <a:off x="3926730" y="5165472"/>
            <a:ext cx="195536" cy="195536"/>
          </a:xfrm>
          <a:prstGeom prst="flowChartConnector">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highlight>
                <a:srgbClr val="FF0000"/>
              </a:highlight>
            </a:endParaRPr>
          </a:p>
        </p:txBody>
      </p:sp>
      <p:sp>
        <p:nvSpPr>
          <p:cNvPr id="305" name="Google Shape;305;g2549820c676_6_0"/>
          <p:cNvSpPr/>
          <p:nvPr/>
        </p:nvSpPr>
        <p:spPr>
          <a:xfrm>
            <a:off x="4476820" y="5878941"/>
            <a:ext cx="195536" cy="195536"/>
          </a:xfrm>
          <a:prstGeom prst="flowChartConnector">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highlight>
                <a:srgbClr val="FF0000"/>
              </a:highlight>
            </a:endParaRPr>
          </a:p>
        </p:txBody>
      </p:sp>
      <p:sp>
        <p:nvSpPr>
          <p:cNvPr id="306" name="Google Shape;306;g2549820c676_6_0"/>
          <p:cNvSpPr/>
          <p:nvPr/>
        </p:nvSpPr>
        <p:spPr>
          <a:xfrm>
            <a:off x="6776416" y="6457854"/>
            <a:ext cx="150583" cy="153804"/>
          </a:xfrm>
          <a:prstGeom prst="flowChartProcess">
            <a:avLst/>
          </a:prstGeom>
          <a:solidFill>
            <a:srgbClr val="1155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307" name="Google Shape;307;g2549820c676_6_0"/>
          <p:cNvSpPr/>
          <p:nvPr/>
        </p:nvSpPr>
        <p:spPr>
          <a:xfrm>
            <a:off x="7044639" y="6263470"/>
            <a:ext cx="150583" cy="153804"/>
          </a:xfrm>
          <a:prstGeom prst="flowChartProcess">
            <a:avLst/>
          </a:prstGeom>
          <a:solidFill>
            <a:srgbClr val="1155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308" name="Google Shape;308;g2549820c676_6_0"/>
          <p:cNvSpPr/>
          <p:nvPr/>
        </p:nvSpPr>
        <p:spPr>
          <a:xfrm>
            <a:off x="6445135" y="6537789"/>
            <a:ext cx="150583" cy="153804"/>
          </a:xfrm>
          <a:prstGeom prst="flowChartProcess">
            <a:avLst/>
          </a:prstGeom>
          <a:solidFill>
            <a:srgbClr val="1155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309" name="Google Shape;309;g2549820c676_6_0"/>
          <p:cNvSpPr/>
          <p:nvPr/>
        </p:nvSpPr>
        <p:spPr>
          <a:xfrm>
            <a:off x="5633846" y="6417283"/>
            <a:ext cx="150583" cy="153804"/>
          </a:xfrm>
          <a:prstGeom prst="flowChartProcess">
            <a:avLst/>
          </a:prstGeom>
          <a:solidFill>
            <a:srgbClr val="1155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310" name="Google Shape;310;g2549820c676_6_0"/>
          <p:cNvSpPr/>
          <p:nvPr/>
        </p:nvSpPr>
        <p:spPr>
          <a:xfrm>
            <a:off x="6669605" y="5391534"/>
            <a:ext cx="150583" cy="153804"/>
          </a:xfrm>
          <a:prstGeom prst="flowChartProcess">
            <a:avLst/>
          </a:prstGeom>
          <a:solidFill>
            <a:srgbClr val="1155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311" name="Google Shape;311;g2549820c676_6_0"/>
          <p:cNvSpPr/>
          <p:nvPr/>
        </p:nvSpPr>
        <p:spPr>
          <a:xfrm>
            <a:off x="6837914" y="5952592"/>
            <a:ext cx="150583" cy="153804"/>
          </a:xfrm>
          <a:prstGeom prst="flowChartProcess">
            <a:avLst/>
          </a:prstGeom>
          <a:solidFill>
            <a:srgbClr val="1155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312" name="Google Shape;312;g2549820c676_6_0"/>
          <p:cNvSpPr/>
          <p:nvPr/>
        </p:nvSpPr>
        <p:spPr>
          <a:xfrm>
            <a:off x="7470696" y="6006847"/>
            <a:ext cx="150583" cy="153804"/>
          </a:xfrm>
          <a:prstGeom prst="flowChartProcess">
            <a:avLst/>
          </a:prstGeom>
          <a:solidFill>
            <a:srgbClr val="1155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313" name="Google Shape;313;g2549820c676_6_0"/>
          <p:cNvSpPr/>
          <p:nvPr/>
        </p:nvSpPr>
        <p:spPr>
          <a:xfrm>
            <a:off x="5969357" y="6228581"/>
            <a:ext cx="150583" cy="153804"/>
          </a:xfrm>
          <a:prstGeom prst="flowChartProcess">
            <a:avLst/>
          </a:prstGeom>
          <a:solidFill>
            <a:srgbClr val="1155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314" name="Google Shape;314;g2549820c676_6_0"/>
          <p:cNvSpPr/>
          <p:nvPr/>
        </p:nvSpPr>
        <p:spPr>
          <a:xfrm>
            <a:off x="6039491" y="6457844"/>
            <a:ext cx="150583" cy="153804"/>
          </a:xfrm>
          <a:prstGeom prst="flowChartProcess">
            <a:avLst/>
          </a:prstGeom>
          <a:solidFill>
            <a:srgbClr val="1155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315" name="Google Shape;315;g2549820c676_6_0"/>
          <p:cNvSpPr/>
          <p:nvPr/>
        </p:nvSpPr>
        <p:spPr>
          <a:xfrm>
            <a:off x="5044658" y="4721442"/>
            <a:ext cx="150583" cy="153804"/>
          </a:xfrm>
          <a:prstGeom prst="flowChartProcess">
            <a:avLst/>
          </a:prstGeom>
          <a:solidFill>
            <a:srgbClr val="1155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316" name="Google Shape;316;g2549820c676_6_0"/>
          <p:cNvSpPr/>
          <p:nvPr/>
        </p:nvSpPr>
        <p:spPr>
          <a:xfrm>
            <a:off x="5439967" y="4766458"/>
            <a:ext cx="150583" cy="153804"/>
          </a:xfrm>
          <a:prstGeom prst="flowChartProcess">
            <a:avLst/>
          </a:prstGeom>
          <a:solidFill>
            <a:srgbClr val="1155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317" name="Google Shape;317;g2549820c676_6_0"/>
          <p:cNvSpPr/>
          <p:nvPr/>
        </p:nvSpPr>
        <p:spPr>
          <a:xfrm>
            <a:off x="5044658" y="4721442"/>
            <a:ext cx="150583" cy="153804"/>
          </a:xfrm>
          <a:prstGeom prst="flowChartProcess">
            <a:avLst/>
          </a:prstGeom>
          <a:solidFill>
            <a:srgbClr val="1155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318" name="Google Shape;318;g2549820c676_6_0"/>
          <p:cNvSpPr/>
          <p:nvPr/>
        </p:nvSpPr>
        <p:spPr>
          <a:xfrm>
            <a:off x="6294552" y="4612655"/>
            <a:ext cx="150583" cy="153804"/>
          </a:xfrm>
          <a:prstGeom prst="flowChartProcess">
            <a:avLst/>
          </a:prstGeom>
          <a:solidFill>
            <a:srgbClr val="1155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319" name="Google Shape;319;g2549820c676_6_0"/>
          <p:cNvSpPr/>
          <p:nvPr/>
        </p:nvSpPr>
        <p:spPr>
          <a:xfrm>
            <a:off x="4954358" y="4442973"/>
            <a:ext cx="150583" cy="153804"/>
          </a:xfrm>
          <a:prstGeom prst="flowChartProcess">
            <a:avLst/>
          </a:prstGeom>
          <a:solidFill>
            <a:srgbClr val="1155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320" name="Google Shape;320;g2549820c676_6_0"/>
          <p:cNvSpPr/>
          <p:nvPr/>
        </p:nvSpPr>
        <p:spPr>
          <a:xfrm>
            <a:off x="5315706" y="4529913"/>
            <a:ext cx="150583" cy="153804"/>
          </a:xfrm>
          <a:prstGeom prst="flowChartProcess">
            <a:avLst/>
          </a:prstGeom>
          <a:solidFill>
            <a:srgbClr val="1155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321" name="Google Shape;321;g2549820c676_6_0"/>
          <p:cNvSpPr/>
          <p:nvPr/>
        </p:nvSpPr>
        <p:spPr>
          <a:xfrm>
            <a:off x="7765637" y="4995929"/>
            <a:ext cx="150583" cy="153804"/>
          </a:xfrm>
          <a:prstGeom prst="flowChartProcess">
            <a:avLst/>
          </a:prstGeom>
          <a:solidFill>
            <a:srgbClr val="1155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322" name="Google Shape;322;g2549820c676_6_0"/>
          <p:cNvSpPr/>
          <p:nvPr/>
        </p:nvSpPr>
        <p:spPr>
          <a:xfrm>
            <a:off x="5888908" y="4579702"/>
            <a:ext cx="150583" cy="153804"/>
          </a:xfrm>
          <a:prstGeom prst="flowChartProcess">
            <a:avLst/>
          </a:prstGeom>
          <a:solidFill>
            <a:srgbClr val="1155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323" name="Google Shape;323;g2549820c676_6_0"/>
          <p:cNvSpPr/>
          <p:nvPr/>
        </p:nvSpPr>
        <p:spPr>
          <a:xfrm>
            <a:off x="5775487" y="5186400"/>
            <a:ext cx="150583" cy="153804"/>
          </a:xfrm>
          <a:prstGeom prst="flowChartProcess">
            <a:avLst/>
          </a:prstGeom>
          <a:solidFill>
            <a:srgbClr val="1155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324" name="Google Shape;324;g2549820c676_6_0"/>
          <p:cNvSpPr/>
          <p:nvPr/>
        </p:nvSpPr>
        <p:spPr>
          <a:xfrm>
            <a:off x="6394367" y="5787890"/>
            <a:ext cx="150583" cy="153804"/>
          </a:xfrm>
          <a:prstGeom prst="flowChartProcess">
            <a:avLst/>
          </a:prstGeom>
          <a:solidFill>
            <a:srgbClr val="1155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325" name="Google Shape;325;g2549820c676_6_0"/>
          <p:cNvSpPr/>
          <p:nvPr/>
        </p:nvSpPr>
        <p:spPr>
          <a:xfrm>
            <a:off x="7916219" y="5832877"/>
            <a:ext cx="150583" cy="153804"/>
          </a:xfrm>
          <a:prstGeom prst="flowChartProcess">
            <a:avLst/>
          </a:prstGeom>
          <a:solidFill>
            <a:srgbClr val="1155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326" name="Google Shape;326;g2549820c676_6_0"/>
          <p:cNvSpPr/>
          <p:nvPr/>
        </p:nvSpPr>
        <p:spPr>
          <a:xfrm>
            <a:off x="7195221" y="5032626"/>
            <a:ext cx="150583" cy="153804"/>
          </a:xfrm>
          <a:prstGeom prst="flowChartProcess">
            <a:avLst/>
          </a:prstGeom>
          <a:solidFill>
            <a:srgbClr val="1155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cxnSp>
        <p:nvCxnSpPr>
          <p:cNvPr id="327" name="Google Shape;327;g2549820c676_6_0"/>
          <p:cNvCxnSpPr>
            <a:stCxn id="328" idx="1"/>
            <a:endCxn id="291" idx="5"/>
          </p:cNvCxnSpPr>
          <p:nvPr/>
        </p:nvCxnSpPr>
        <p:spPr>
          <a:xfrm rot="10800000">
            <a:off x="5301881" y="5671410"/>
            <a:ext cx="154500" cy="270300"/>
          </a:xfrm>
          <a:prstGeom prst="straightConnector1">
            <a:avLst/>
          </a:prstGeom>
          <a:noFill/>
          <a:ln w="28575" cap="flat" cmpd="sng">
            <a:solidFill>
              <a:schemeClr val="dk2"/>
            </a:solidFill>
            <a:prstDash val="solid"/>
            <a:round/>
            <a:headEnd type="none" w="med" len="med"/>
            <a:tailEnd type="none" w="med" len="med"/>
          </a:ln>
        </p:spPr>
      </p:cxnSp>
      <p:cxnSp>
        <p:nvCxnSpPr>
          <p:cNvPr id="329" name="Google Shape;329;g2549820c676_6_0"/>
          <p:cNvCxnSpPr/>
          <p:nvPr/>
        </p:nvCxnSpPr>
        <p:spPr>
          <a:xfrm flipH="1">
            <a:off x="4984309" y="6001930"/>
            <a:ext cx="515791" cy="163711"/>
          </a:xfrm>
          <a:prstGeom prst="straightConnector1">
            <a:avLst/>
          </a:prstGeom>
          <a:noFill/>
          <a:ln w="28575" cap="flat" cmpd="sng">
            <a:solidFill>
              <a:schemeClr val="dk2"/>
            </a:solidFill>
            <a:prstDash val="solid"/>
            <a:round/>
            <a:headEnd type="none" w="med" len="med"/>
            <a:tailEnd type="none" w="med" len="med"/>
          </a:ln>
        </p:spPr>
      </p:cxnSp>
      <p:sp>
        <p:nvSpPr>
          <p:cNvPr id="328" name="Google Shape;328;g2549820c676_6_0"/>
          <p:cNvSpPr/>
          <p:nvPr/>
        </p:nvSpPr>
        <p:spPr>
          <a:xfrm>
            <a:off x="5379401" y="5808565"/>
            <a:ext cx="307925" cy="266290"/>
          </a:xfrm>
          <a:prstGeom prst="flowChartExtract">
            <a:avLst/>
          </a:prstGeom>
          <a:solidFill>
            <a:schemeClr val="accent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330" name="Google Shape;330;g2549820c676_6_0"/>
          <p:cNvSpPr/>
          <p:nvPr/>
        </p:nvSpPr>
        <p:spPr>
          <a:xfrm>
            <a:off x="3675215" y="6195036"/>
            <a:ext cx="195536" cy="195536"/>
          </a:xfrm>
          <a:prstGeom prst="flowChartConnector">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highlight>
                <a:srgbClr val="FF0000"/>
              </a:highlight>
            </a:endParaRPr>
          </a:p>
        </p:txBody>
      </p:sp>
      <p:sp>
        <p:nvSpPr>
          <p:cNvPr id="331" name="Google Shape;331;g2549820c676_6_0"/>
          <p:cNvSpPr/>
          <p:nvPr/>
        </p:nvSpPr>
        <p:spPr>
          <a:xfrm>
            <a:off x="5791543" y="4883051"/>
            <a:ext cx="150583" cy="153804"/>
          </a:xfrm>
          <a:prstGeom prst="flowChartProcess">
            <a:avLst/>
          </a:prstGeom>
          <a:solidFill>
            <a:srgbClr val="1155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332" name="Google Shape;332;g2549820c676_6_0"/>
          <p:cNvSpPr/>
          <p:nvPr/>
        </p:nvSpPr>
        <p:spPr>
          <a:xfrm>
            <a:off x="6783975" y="4673718"/>
            <a:ext cx="150583" cy="153804"/>
          </a:xfrm>
          <a:prstGeom prst="flowChartProcess">
            <a:avLst/>
          </a:prstGeom>
          <a:solidFill>
            <a:srgbClr val="1155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333" name="Google Shape;333;g2549820c676_6_0"/>
          <p:cNvSpPr/>
          <p:nvPr/>
        </p:nvSpPr>
        <p:spPr>
          <a:xfrm>
            <a:off x="4637037" y="4975021"/>
            <a:ext cx="195536" cy="195536"/>
          </a:xfrm>
          <a:prstGeom prst="flowChartConnector">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highlight>
                <a:srgbClr val="FF0000"/>
              </a:highlight>
            </a:endParaRPr>
          </a:p>
        </p:txBody>
      </p:sp>
      <p:sp>
        <p:nvSpPr>
          <p:cNvPr id="334" name="Google Shape;334;g2549820c676_6_0"/>
          <p:cNvSpPr/>
          <p:nvPr/>
        </p:nvSpPr>
        <p:spPr>
          <a:xfrm>
            <a:off x="4253357" y="5488731"/>
            <a:ext cx="195536" cy="195536"/>
          </a:xfrm>
          <a:prstGeom prst="flowChartConnector">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highlight>
                <a:srgbClr val="FF0000"/>
              </a:highlight>
            </a:endParaRPr>
          </a:p>
        </p:txBody>
      </p:sp>
      <p:sp>
        <p:nvSpPr>
          <p:cNvPr id="335" name="Google Shape;335;g2549820c676_6_0"/>
          <p:cNvSpPr/>
          <p:nvPr/>
        </p:nvSpPr>
        <p:spPr>
          <a:xfrm>
            <a:off x="4059873" y="6368216"/>
            <a:ext cx="195536" cy="195536"/>
          </a:xfrm>
          <a:prstGeom prst="flowChartConnector">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highlight>
                <a:srgbClr val="FF0000"/>
              </a:highlight>
            </a:endParaRPr>
          </a:p>
        </p:txBody>
      </p:sp>
      <p:sp>
        <p:nvSpPr>
          <p:cNvPr id="336" name="Google Shape;336;g2549820c676_6_0"/>
          <p:cNvSpPr/>
          <p:nvPr/>
        </p:nvSpPr>
        <p:spPr>
          <a:xfrm>
            <a:off x="4562901" y="5298823"/>
            <a:ext cx="195536" cy="195536"/>
          </a:xfrm>
          <a:prstGeom prst="flowChartConnector">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highlight>
                <a:srgbClr val="FF0000"/>
              </a:highlight>
            </a:endParaRPr>
          </a:p>
        </p:txBody>
      </p:sp>
      <p:sp>
        <p:nvSpPr>
          <p:cNvPr id="337" name="Google Shape;337;g2549820c676_6_0"/>
          <p:cNvSpPr/>
          <p:nvPr/>
        </p:nvSpPr>
        <p:spPr>
          <a:xfrm>
            <a:off x="4409197" y="6195036"/>
            <a:ext cx="195536" cy="195536"/>
          </a:xfrm>
          <a:prstGeom prst="flowChartConnector">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highlight>
                <a:srgbClr val="FF0000"/>
              </a:highlight>
            </a:endParaRPr>
          </a:p>
        </p:txBody>
      </p:sp>
      <p:sp>
        <p:nvSpPr>
          <p:cNvPr id="338" name="Google Shape;338;g2549820c676_6_0"/>
          <p:cNvSpPr/>
          <p:nvPr/>
        </p:nvSpPr>
        <p:spPr>
          <a:xfrm>
            <a:off x="4059873" y="4827521"/>
            <a:ext cx="195536" cy="195536"/>
          </a:xfrm>
          <a:prstGeom prst="flowChartConnector">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highlight>
                <a:srgbClr val="FF0000"/>
              </a:highlight>
            </a:endParaRPr>
          </a:p>
        </p:txBody>
      </p:sp>
      <p:sp>
        <p:nvSpPr>
          <p:cNvPr id="339" name="Google Shape;339;g2549820c676_6_0"/>
          <p:cNvSpPr/>
          <p:nvPr/>
        </p:nvSpPr>
        <p:spPr>
          <a:xfrm>
            <a:off x="4281883" y="5011748"/>
            <a:ext cx="195536" cy="195536"/>
          </a:xfrm>
          <a:prstGeom prst="flowChartConnector">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highlight>
                <a:srgbClr val="FF0000"/>
              </a:highlight>
            </a:endParaRPr>
          </a:p>
        </p:txBody>
      </p:sp>
      <p:cxnSp>
        <p:nvCxnSpPr>
          <p:cNvPr id="340" name="Google Shape;340;g2549820c676_6_0"/>
          <p:cNvCxnSpPr>
            <a:endCxn id="328" idx="3"/>
          </p:cNvCxnSpPr>
          <p:nvPr/>
        </p:nvCxnSpPr>
        <p:spPr>
          <a:xfrm flipH="1">
            <a:off x="5610344" y="5918310"/>
            <a:ext cx="398700" cy="23400"/>
          </a:xfrm>
          <a:prstGeom prst="straightConnector1">
            <a:avLst/>
          </a:prstGeom>
          <a:noFill/>
          <a:ln w="28575" cap="flat" cmpd="sng">
            <a:solidFill>
              <a:schemeClr val="dk2"/>
            </a:solidFill>
            <a:prstDash val="solid"/>
            <a:round/>
            <a:headEnd type="none" w="med" len="med"/>
            <a:tailEnd type="none" w="med" len="med"/>
          </a:ln>
        </p:spPr>
      </p:cxnSp>
      <p:sp>
        <p:nvSpPr>
          <p:cNvPr id="341" name="Google Shape;341;g2549820c676_6_0"/>
          <p:cNvSpPr/>
          <p:nvPr/>
        </p:nvSpPr>
        <p:spPr>
          <a:xfrm>
            <a:off x="4849018" y="6017123"/>
            <a:ext cx="195536" cy="195536"/>
          </a:xfrm>
          <a:prstGeom prst="flowChartConnector">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highlight>
                <a:srgbClr val="FF0000"/>
              </a:highlight>
            </a:endParaRPr>
          </a:p>
        </p:txBody>
      </p:sp>
      <p:sp>
        <p:nvSpPr>
          <p:cNvPr id="342" name="Google Shape;342;g2549820c676_6_0"/>
          <p:cNvSpPr/>
          <p:nvPr/>
        </p:nvSpPr>
        <p:spPr>
          <a:xfrm>
            <a:off x="5871953" y="5831664"/>
            <a:ext cx="150583" cy="153804"/>
          </a:xfrm>
          <a:prstGeom prst="flowChartProcess">
            <a:avLst/>
          </a:prstGeom>
          <a:solidFill>
            <a:srgbClr val="1155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g254a6bbbaed_0_279"/>
          <p:cNvSpPr txBox="1">
            <a:spLocks noGrp="1"/>
          </p:cNvSpPr>
          <p:nvPr>
            <p:ph type="title"/>
          </p:nvPr>
        </p:nvSpPr>
        <p:spPr>
          <a:xfrm>
            <a:off x="277895" y="109030"/>
            <a:ext cx="9778315" cy="667131"/>
          </a:xfrm>
        </p:spPr>
        <p:txBody>
          <a:bodyPr spcFirstLastPara="1" vert="horz" wrap="square" lIns="91425" tIns="45700" rIns="91425" bIns="45700" rtlCol="0" anchor="ctr" anchorCtr="0">
            <a:normAutofit fontScale="90000"/>
          </a:bodyPr>
          <a:lstStyle/>
          <a:p>
            <a:r>
              <a:rPr lang="en" altLang="ja-JP">
                <a:latin typeface="Courier New" panose="02070309020205020404" pitchFamily="49" charset="0"/>
                <a:cs typeface="Courier New" panose="02070309020205020404" pitchFamily="49" charset="0"/>
              </a:rPr>
              <a:t>NN</a:t>
            </a:r>
            <a:r>
              <a:rPr lang="ja-JP" altLang="en-US">
                <a:latin typeface="Courier New" panose="02070309020205020404" pitchFamily="49" charset="0"/>
                <a:cs typeface="Courier New" panose="02070309020205020404" pitchFamily="49" charset="0"/>
              </a:rPr>
              <a:t>法 </a:t>
            </a:r>
            <a:r>
              <a:rPr lang="en" altLang="ja-JP">
                <a:latin typeface="Courier New" panose="02070309020205020404" pitchFamily="49" charset="0"/>
                <a:cs typeface="Courier New" panose="02070309020205020404" pitchFamily="49" charset="0"/>
              </a:rPr>
              <a:t>kNN</a:t>
            </a:r>
            <a:r>
              <a:rPr lang="ja-JP" altLang="en-US">
                <a:latin typeface="Courier New" panose="02070309020205020404" pitchFamily="49" charset="0"/>
                <a:cs typeface="Courier New" panose="02070309020205020404" pitchFamily="49" charset="0"/>
              </a:rPr>
              <a:t>法：演習</a:t>
            </a:r>
          </a:p>
        </p:txBody>
      </p:sp>
      <p:sp>
        <p:nvSpPr>
          <p:cNvPr id="6" name="Google Shape;418;g254a6bbbaed_0_279">
            <a:extLst>
              <a:ext uri="{FF2B5EF4-FFF2-40B4-BE49-F238E27FC236}">
                <a16:creationId xmlns:a16="http://schemas.microsoft.com/office/drawing/2014/main" id="{7A5A9B9B-943A-D2EA-D8EE-64B70A911641}"/>
              </a:ext>
            </a:extLst>
          </p:cNvPr>
          <p:cNvSpPr txBox="1">
            <a:spLocks noGrp="1"/>
          </p:cNvSpPr>
          <p:nvPr>
            <p:ph type="body" idx="1"/>
          </p:nvPr>
        </p:nvSpPr>
        <p:spPr>
          <a:xfrm>
            <a:off x="277812" y="993775"/>
            <a:ext cx="11790257" cy="5195888"/>
          </a:xfrm>
          <a:noFill/>
          <a:ln>
            <a:noFill/>
          </a:ln>
        </p:spPr>
        <p:txBody>
          <a:bodyPr spcFirstLastPara="1" vert="horz" wrap="square" lIns="91425" tIns="45700" rIns="91425" bIns="45700" rtlCol="0" anchor="t" anchorCtr="0">
            <a:normAutofit fontScale="92500" lnSpcReduction="10000"/>
          </a:bodyPr>
          <a:lstStyle/>
          <a:p>
            <a:r>
              <a:rPr lang="en-US" altLang="ja-JP" dirty="0"/>
              <a:t>【</a:t>
            </a:r>
            <a:r>
              <a:rPr lang="ja-JP" altLang="en-US"/>
              <a:t>演習</a:t>
            </a:r>
            <a:r>
              <a:rPr lang="en-US" altLang="ja-JP" dirty="0"/>
              <a:t>】</a:t>
            </a:r>
            <a:r>
              <a:rPr lang="en" altLang="ja-JP" dirty="0" err="1"/>
              <a:t>getImageInfo.cpp</a:t>
            </a:r>
            <a:r>
              <a:rPr lang="en" altLang="ja-JP" dirty="0"/>
              <a:t>, </a:t>
            </a:r>
            <a:r>
              <a:rPr lang="en" altLang="ja-JP" dirty="0" err="1"/>
              <a:t>knn.cpp</a:t>
            </a:r>
            <a:endParaRPr lang="en" altLang="ja-JP" dirty="0"/>
          </a:p>
          <a:p>
            <a:pPr lvl="1"/>
            <a:r>
              <a:rPr lang="ja-JP" altLang="en-US" u="sng"/>
              <a:t>距離が近いデータを</a:t>
            </a:r>
            <a:r>
              <a:rPr lang="en" altLang="ja-JP" u="sng" dirty="0"/>
              <a:t>k</a:t>
            </a:r>
            <a:r>
              <a:rPr lang="ja-JP" altLang="en-US" u="sng"/>
              <a:t>個取るコードを実装</a:t>
            </a:r>
            <a:endParaRPr lang="ja-JP" altLang="en-US" u="sng" dirty="0"/>
          </a:p>
          <a:p>
            <a:endParaRPr lang="ja-JP" altLang="en-US" dirty="0"/>
          </a:p>
          <a:p>
            <a:pPr>
              <a:lnSpc>
                <a:spcPct val="120000"/>
              </a:lnSpc>
            </a:pPr>
            <a:r>
              <a:rPr lang="ja-JP" altLang="en-US"/>
              <a:t>りんご・バナナ・ぶどうのどれか一つのイラスト画像を</a:t>
            </a:r>
            <a:br>
              <a:rPr lang="en-US" altLang="ja-JP" dirty="0"/>
            </a:br>
            <a:r>
              <a:rPr lang="ja-JP" altLang="en-US"/>
              <a:t>取ってくる</a:t>
            </a:r>
            <a:endParaRPr lang="ja-JP" altLang="en-US" dirty="0"/>
          </a:p>
          <a:p>
            <a:pPr lvl="1"/>
            <a:r>
              <a:rPr lang="en" altLang="ja-JP" dirty="0" err="1"/>
              <a:t>getImageInfo.cpp</a:t>
            </a:r>
            <a:r>
              <a:rPr lang="ja-JP" altLang="en-US"/>
              <a:t>を用いて色相とコーナー数を取得</a:t>
            </a:r>
            <a:endParaRPr lang="ja-JP" altLang="en-US" dirty="0"/>
          </a:p>
          <a:p>
            <a:pPr lvl="1"/>
            <a:r>
              <a:rPr lang="ja-JP" altLang="en-US"/>
              <a:t>取得したデータを</a:t>
            </a:r>
            <a:r>
              <a:rPr lang="en" altLang="ja-JP" dirty="0" err="1"/>
              <a:t>kNN.cpp</a:t>
            </a:r>
            <a:r>
              <a:rPr lang="ja-JP" altLang="en-US"/>
              <a:t>の</a:t>
            </a:r>
            <a:r>
              <a:rPr lang="en" altLang="ja-JP" dirty="0"/>
              <a:t>main</a:t>
            </a:r>
            <a:r>
              <a:rPr lang="ja-JP" altLang="en-US"/>
              <a:t>関数内の</a:t>
            </a:r>
            <a:r>
              <a:rPr lang="en" altLang="ja-JP" dirty="0" err="1"/>
              <a:t>testdata</a:t>
            </a:r>
            <a:r>
              <a:rPr lang="ja-JP" altLang="en-US"/>
              <a:t>変数に記述</a:t>
            </a:r>
            <a:endParaRPr lang="ja-JP" altLang="en-US" dirty="0"/>
          </a:p>
          <a:p>
            <a:endParaRPr lang="ja-JP" altLang="en-US" dirty="0"/>
          </a:p>
          <a:p>
            <a:r>
              <a:rPr lang="en" dirty="0" err="1"/>
              <a:t>getNearestPoints</a:t>
            </a:r>
            <a:r>
              <a:rPr lang="ja-JP" altLang="en-US"/>
              <a:t>関数の一部を実装</a:t>
            </a:r>
            <a:endParaRPr lang="ja-JP" altLang="en-US" dirty="0"/>
          </a:p>
          <a:p>
            <a:pPr marL="571500" lvl="1" indent="0">
              <a:buNone/>
            </a:pPr>
            <a:r>
              <a:rPr lang="ja-JP" altLang="en-US"/>
              <a:t>→テスト画像と登録データの果物</a:t>
            </a:r>
            <a:r>
              <a:rPr lang="en-US" altLang="ja-JP" dirty="0"/>
              <a:t>(</a:t>
            </a:r>
            <a:r>
              <a:rPr lang="ja-JP" altLang="en-US"/>
              <a:t>クラス</a:t>
            </a:r>
            <a:r>
              <a:rPr lang="en-US" altLang="ja-JP" dirty="0"/>
              <a:t>)</a:t>
            </a:r>
            <a:r>
              <a:rPr lang="ja-JP" altLang="en-US"/>
              <a:t>が一致するか確認</a:t>
            </a:r>
            <a:endParaRPr lang="ja-JP" altLang="en-US" dirty="0"/>
          </a:p>
        </p:txBody>
      </p:sp>
      <p:sp>
        <p:nvSpPr>
          <p:cNvPr id="350" name="Google Shape;350;g254a6bbbaed_0_279"/>
          <p:cNvSpPr txBox="1">
            <a:spLocks noGrp="1"/>
          </p:cNvSpPr>
          <p:nvPr>
            <p:ph type="sldNum" idx="12"/>
          </p:nvPr>
        </p:nvSpPr>
        <p:spPr>
          <a:xfrm>
            <a:off x="11444346" y="-71929"/>
            <a:ext cx="896789" cy="476682"/>
          </a:xfrm>
        </p:spPr>
        <p:txBody>
          <a:bodyPr spcFirstLastPara="1" vert="horz" wrap="square" lIns="91425" tIns="45700" rIns="91425" bIns="45700" rtlCol="0" anchor="ctr" anchorCtr="0">
            <a:noAutofit/>
          </a:bodyPr>
          <a:lstStyle/>
          <a:p>
            <a:fld id="{00000000-1234-1234-1234-123412341234}" type="slidenum">
              <a:rPr lang="en-US" altLang="ja-JP"/>
              <a:pPr/>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sp>
        <p:nvSpPr>
          <p:cNvPr id="356" name="Google Shape;356;g2549820c676_6_7"/>
          <p:cNvSpPr txBox="1">
            <a:spLocks noGrp="1"/>
          </p:cNvSpPr>
          <p:nvPr>
            <p:ph type="title"/>
          </p:nvPr>
        </p:nvSpPr>
        <p:spPr>
          <a:xfrm>
            <a:off x="277895" y="109030"/>
            <a:ext cx="9778315" cy="667131"/>
          </a:xfrm>
        </p:spPr>
        <p:txBody>
          <a:bodyPr spcFirstLastPara="1" vert="horz" wrap="square" lIns="91425" tIns="45700" rIns="91425" bIns="45700" rtlCol="0" anchor="ctr" anchorCtr="0">
            <a:normAutofit fontScale="90000"/>
          </a:bodyPr>
          <a:lstStyle/>
          <a:p>
            <a:r>
              <a:rPr lang="en" altLang="ja-JP">
                <a:latin typeface="Courier New" panose="02070309020205020404" pitchFamily="49" charset="0"/>
                <a:cs typeface="Courier New" panose="02070309020205020404" pitchFamily="49" charset="0"/>
              </a:rPr>
              <a:t>kd-tree</a:t>
            </a:r>
            <a:r>
              <a:rPr lang="ja-JP" altLang="en-US">
                <a:latin typeface="Courier New" panose="02070309020205020404" pitchFamily="49" charset="0"/>
                <a:cs typeface="Courier New" panose="02070309020205020404" pitchFamily="49" charset="0"/>
              </a:rPr>
              <a:t>法</a:t>
            </a:r>
          </a:p>
        </p:txBody>
      </p:sp>
      <p:sp>
        <p:nvSpPr>
          <p:cNvPr id="357" name="Google Shape;357;g2549820c676_6_7"/>
          <p:cNvSpPr txBox="1">
            <a:spLocks noGrp="1"/>
          </p:cNvSpPr>
          <p:nvPr>
            <p:ph type="body" idx="1"/>
          </p:nvPr>
        </p:nvSpPr>
        <p:spPr>
          <a:xfrm>
            <a:off x="277894" y="994018"/>
            <a:ext cx="11614847" cy="5195455"/>
          </a:xfrm>
        </p:spPr>
        <p:txBody>
          <a:bodyPr spcFirstLastPara="1" vert="horz" wrap="square" lIns="91425" tIns="45700" rIns="91425" bIns="45700" rtlCol="0" anchor="t" anchorCtr="0">
            <a:normAutofit fontScale="85000" lnSpcReduction="20000"/>
          </a:bodyPr>
          <a:lstStyle/>
          <a:p>
            <a:pPr>
              <a:lnSpc>
                <a:spcPct val="120000"/>
              </a:lnSpc>
            </a:pPr>
            <a:r>
              <a:rPr lang="en" altLang="ja-JP" dirty="0"/>
              <a:t>NN</a:t>
            </a:r>
            <a:r>
              <a:rPr lang="ja-JP" altLang="en-US"/>
              <a:t>法はテストデータと全ての登録データの距離を計算する</a:t>
            </a:r>
            <a:br>
              <a:rPr lang="en-US" altLang="ja-JP" dirty="0"/>
            </a:br>
            <a:r>
              <a:rPr lang="ja-JP" altLang="en-US"/>
              <a:t>ため計算時間が長くなる欠点</a:t>
            </a:r>
          </a:p>
          <a:p>
            <a:pPr marL="114300" indent="0">
              <a:lnSpc>
                <a:spcPct val="120000"/>
              </a:lnSpc>
              <a:buNone/>
            </a:pPr>
            <a:endParaRPr lang="ja-JP" altLang="en-US"/>
          </a:p>
          <a:p>
            <a:pPr>
              <a:lnSpc>
                <a:spcPct val="120000"/>
              </a:lnSpc>
            </a:pPr>
            <a:r>
              <a:rPr lang="ja-JP" altLang="en-US"/>
              <a:t>木構造を用いて高速な最近傍検索を実現する”</a:t>
            </a:r>
            <a:r>
              <a:rPr lang="en" altLang="ja-JP" dirty="0" err="1"/>
              <a:t>kd</a:t>
            </a:r>
            <a:r>
              <a:rPr lang="en" altLang="ja-JP" dirty="0"/>
              <a:t>-tree</a:t>
            </a:r>
            <a:r>
              <a:rPr lang="ja-JP" altLang="en-US"/>
              <a:t>法”を</a:t>
            </a:r>
            <a:br>
              <a:rPr lang="en-US" altLang="ja-JP" dirty="0"/>
            </a:br>
            <a:r>
              <a:rPr lang="ja-JP" altLang="en-US"/>
              <a:t>利用</a:t>
            </a:r>
          </a:p>
          <a:p>
            <a:pPr>
              <a:lnSpc>
                <a:spcPct val="120000"/>
              </a:lnSpc>
            </a:pPr>
            <a:endParaRPr lang="ja-JP" altLang="en-US"/>
          </a:p>
          <a:p>
            <a:pPr>
              <a:lnSpc>
                <a:spcPct val="120000"/>
              </a:lnSpc>
            </a:pPr>
            <a:r>
              <a:rPr lang="en" altLang="ja-JP" dirty="0" err="1"/>
              <a:t>kd</a:t>
            </a:r>
            <a:r>
              <a:rPr lang="en" altLang="ja-JP" dirty="0"/>
              <a:t>-tree</a:t>
            </a:r>
            <a:r>
              <a:rPr lang="ja-JP" altLang="en-US"/>
              <a:t>法は多次元の特徴空間にある</a:t>
            </a:r>
            <a:r>
              <a:rPr lang="en" altLang="ja-JP" dirty="0"/>
              <a:t>N</a:t>
            </a:r>
            <a:r>
              <a:rPr lang="ja-JP" altLang="en-US"/>
              <a:t>個のデータの集合 </a:t>
            </a:r>
            <a:r>
              <a:rPr lang="en" altLang="ja-JP" dirty="0"/>
              <a:t>p={p1, p2, </a:t>
            </a:r>
            <a:r>
              <a:rPr lang="ja-JP" altLang="en"/>
              <a:t>・・</a:t>
            </a:r>
            <a:r>
              <a:rPr lang="en" altLang="ja-JP" dirty="0"/>
              <a:t>, </a:t>
            </a:r>
            <a:r>
              <a:rPr lang="en" altLang="ja-JP" dirty="0" err="1"/>
              <a:t>pN</a:t>
            </a:r>
            <a:r>
              <a:rPr lang="en" altLang="ja-JP" dirty="0"/>
              <a:t>} </a:t>
            </a:r>
            <a:r>
              <a:rPr lang="ja-JP" altLang="en-US"/>
              <a:t>を</a:t>
            </a:r>
            <a:r>
              <a:rPr lang="en-US" altLang="ja-JP" dirty="0"/>
              <a:t>2</a:t>
            </a:r>
            <a:r>
              <a:rPr lang="ja-JP" altLang="en-US"/>
              <a:t>分木により分割し，末端ノードに</a:t>
            </a:r>
            <a:br>
              <a:rPr lang="en-US" altLang="ja-JP" dirty="0"/>
            </a:br>
            <a:r>
              <a:rPr lang="ja-JP" altLang="en-US"/>
              <a:t>データを格納</a:t>
            </a:r>
          </a:p>
        </p:txBody>
      </p:sp>
      <p:sp>
        <p:nvSpPr>
          <p:cNvPr id="358" name="Google Shape;358;g2549820c676_6_7"/>
          <p:cNvSpPr txBox="1">
            <a:spLocks noGrp="1"/>
          </p:cNvSpPr>
          <p:nvPr>
            <p:ph type="sldNum" idx="12"/>
          </p:nvPr>
        </p:nvSpPr>
        <p:spPr>
          <a:xfrm>
            <a:off x="11444346" y="-71929"/>
            <a:ext cx="896789" cy="476682"/>
          </a:xfrm>
        </p:spPr>
        <p:txBody>
          <a:bodyPr spcFirstLastPara="1" vert="horz" wrap="square" lIns="91425" tIns="45700" rIns="91425" bIns="45700" rtlCol="0" anchor="ctr" anchorCtr="0">
            <a:noAutofit/>
          </a:bodyPr>
          <a:lstStyle/>
          <a:p>
            <a:fld id="{00000000-1234-1234-1234-123412341234}" type="slidenum">
              <a:rPr lang="en-US" altLang="ja-JP"/>
              <a:pPr/>
              <a:t>11</a:t>
            </a:fld>
            <a:endParaRPr lang="en-US"/>
          </a:p>
        </p:txBody>
      </p:sp>
      <p:sp>
        <p:nvSpPr>
          <p:cNvPr id="359" name="Google Shape;359;g2549820c676_6_7"/>
          <p:cNvSpPr/>
          <p:nvPr/>
        </p:nvSpPr>
        <p:spPr>
          <a:xfrm>
            <a:off x="3636202" y="2150345"/>
            <a:ext cx="442726" cy="544019"/>
          </a:xfrm>
          <a:prstGeom prst="downArrow">
            <a:avLst>
              <a:gd name="adj1" fmla="val 50000"/>
              <a:gd name="adj2" fmla="val 50000"/>
            </a:avLst>
          </a:prstGeom>
          <a:solidFill>
            <a:srgbClr val="3D85C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5" name="Google Shape;359;g2549820c676_6_7">
            <a:extLst>
              <a:ext uri="{FF2B5EF4-FFF2-40B4-BE49-F238E27FC236}">
                <a16:creationId xmlns:a16="http://schemas.microsoft.com/office/drawing/2014/main" id="{6F7ED909-2FF1-84F3-D3CA-FFA3C18BCD85}"/>
              </a:ext>
            </a:extLst>
          </p:cNvPr>
          <p:cNvSpPr/>
          <p:nvPr/>
        </p:nvSpPr>
        <p:spPr>
          <a:xfrm>
            <a:off x="3636202" y="3578924"/>
            <a:ext cx="442726" cy="544019"/>
          </a:xfrm>
          <a:prstGeom prst="downArrow">
            <a:avLst>
              <a:gd name="adj1" fmla="val 50000"/>
              <a:gd name="adj2" fmla="val 50000"/>
            </a:avLst>
          </a:prstGeom>
          <a:solidFill>
            <a:srgbClr val="3D85C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sp>
        <p:nvSpPr>
          <p:cNvPr id="374" name="Google Shape;374;g254a6bbbaed_0_0"/>
          <p:cNvSpPr txBox="1">
            <a:spLocks noGrp="1"/>
          </p:cNvSpPr>
          <p:nvPr>
            <p:ph type="title"/>
          </p:nvPr>
        </p:nvSpPr>
        <p:spPr>
          <a:xfrm>
            <a:off x="277895" y="109030"/>
            <a:ext cx="9778315" cy="667131"/>
          </a:xfrm>
        </p:spPr>
        <p:txBody>
          <a:bodyPr spcFirstLastPara="1" vert="horz" wrap="square" lIns="91425" tIns="45700" rIns="91425" bIns="45700" rtlCol="0" anchor="ctr" anchorCtr="0">
            <a:normAutofit fontScale="90000"/>
          </a:bodyPr>
          <a:lstStyle/>
          <a:p>
            <a:r>
              <a:rPr lang="en" altLang="ja-JP">
                <a:latin typeface="Courier New" panose="02070309020205020404" pitchFamily="49" charset="0"/>
                <a:cs typeface="Courier New" panose="02070309020205020404" pitchFamily="49" charset="0"/>
              </a:rPr>
              <a:t>kd-tree</a:t>
            </a:r>
            <a:r>
              <a:rPr lang="ja-JP" altLang="en-US">
                <a:latin typeface="Courier New" panose="02070309020205020404" pitchFamily="49" charset="0"/>
                <a:cs typeface="Courier New" panose="02070309020205020404" pitchFamily="49" charset="0"/>
              </a:rPr>
              <a:t>法：木の構築方法</a:t>
            </a:r>
          </a:p>
        </p:txBody>
      </p:sp>
      <p:sp>
        <p:nvSpPr>
          <p:cNvPr id="52" name="Google Shape;367;g2549820c676_6_15">
            <a:extLst>
              <a:ext uri="{FF2B5EF4-FFF2-40B4-BE49-F238E27FC236}">
                <a16:creationId xmlns:a16="http://schemas.microsoft.com/office/drawing/2014/main" id="{D1B4BE86-92B6-ABBF-4C01-2A55AF064628}"/>
              </a:ext>
            </a:extLst>
          </p:cNvPr>
          <p:cNvSpPr txBox="1">
            <a:spLocks noGrp="1"/>
          </p:cNvSpPr>
          <p:nvPr>
            <p:ph type="body" idx="1"/>
          </p:nvPr>
        </p:nvSpPr>
        <p:spPr>
          <a:xfrm>
            <a:off x="277813" y="4652231"/>
            <a:ext cx="11614150" cy="2239928"/>
          </a:xfrm>
        </p:spPr>
        <p:txBody>
          <a:bodyPr spcFirstLastPara="1" vert="horz" wrap="square" lIns="91425" tIns="45700" rIns="91425" bIns="45700" rtlCol="0" anchor="t" anchorCtr="0">
            <a:normAutofit fontScale="77500" lnSpcReduction="20000"/>
          </a:bodyPr>
          <a:lstStyle/>
          <a:p>
            <a:pPr marL="114300" indent="0">
              <a:buNone/>
            </a:pPr>
            <a:r>
              <a:rPr lang="ja-JP" altLang="en-US"/>
              <a:t>１．分割する特徴次元を選択</a:t>
            </a:r>
            <a:endParaRPr lang="ja-JP" altLang="en-US" dirty="0"/>
          </a:p>
          <a:p>
            <a:pPr marL="114300" indent="0">
              <a:buNone/>
            </a:pPr>
            <a:r>
              <a:rPr lang="ja-JP" altLang="en-US"/>
              <a:t>２．特徴次元に存在するノードのうち中央値となるものを選択</a:t>
            </a:r>
            <a:endParaRPr lang="ja-JP" altLang="en-US" dirty="0"/>
          </a:p>
          <a:p>
            <a:pPr marL="114300" indent="0">
              <a:buNone/>
            </a:pPr>
            <a:r>
              <a:rPr lang="ja-JP" altLang="en-US"/>
              <a:t>３．選択したノードから座標軸に直行する直線を引き特徴次元を分割</a:t>
            </a:r>
            <a:endParaRPr lang="ja-JP" altLang="en-US" dirty="0"/>
          </a:p>
          <a:p>
            <a:pPr marL="114300" indent="0">
              <a:buNone/>
            </a:pPr>
            <a:r>
              <a:rPr lang="ja-JP" altLang="en-US" dirty="0"/>
              <a:t>	</a:t>
            </a:r>
            <a:r>
              <a:rPr lang="ja-JP" altLang="en-US"/>
              <a:t>→分割したデータを左右の子ノードに保存</a:t>
            </a:r>
            <a:endParaRPr lang="ja-JP" altLang="en-US" dirty="0"/>
          </a:p>
          <a:p>
            <a:pPr marL="114300" indent="0">
              <a:buNone/>
            </a:pPr>
            <a:r>
              <a:rPr lang="ja-JP" altLang="en-US"/>
              <a:t>　　</a:t>
            </a:r>
            <a:r>
              <a:rPr lang="en-US" altLang="ja-JP" dirty="0"/>
              <a:t>(</a:t>
            </a:r>
            <a:r>
              <a:rPr lang="ja-JP" altLang="en-US"/>
              <a:t>すべてのノードが分割できるまで</a:t>
            </a:r>
            <a:r>
              <a:rPr lang="en-US" altLang="ja-JP" dirty="0"/>
              <a:t>1〜3</a:t>
            </a:r>
            <a:r>
              <a:rPr lang="ja-JP" altLang="en-US"/>
              <a:t>を繰り返す</a:t>
            </a:r>
            <a:r>
              <a:rPr lang="en-US" altLang="ja-JP" dirty="0"/>
              <a:t>)</a:t>
            </a:r>
          </a:p>
        </p:txBody>
      </p:sp>
      <p:sp>
        <p:nvSpPr>
          <p:cNvPr id="375" name="Google Shape;375;g254a6bbbaed_0_0"/>
          <p:cNvSpPr txBox="1">
            <a:spLocks noGrp="1"/>
          </p:cNvSpPr>
          <p:nvPr>
            <p:ph type="sldNum" idx="12"/>
          </p:nvPr>
        </p:nvSpPr>
        <p:spPr>
          <a:xfrm>
            <a:off x="11444346" y="-71929"/>
            <a:ext cx="896789" cy="476682"/>
          </a:xfrm>
        </p:spPr>
        <p:txBody>
          <a:bodyPr spcFirstLastPara="1" vert="horz" wrap="square" lIns="91425" tIns="45700" rIns="91425" bIns="45700" rtlCol="0" anchor="ctr" anchorCtr="0">
            <a:noAutofit/>
          </a:bodyPr>
          <a:lstStyle/>
          <a:p>
            <a:fld id="{00000000-1234-1234-1234-123412341234}" type="slidenum">
              <a:rPr lang="en-US" altLang="ja-JP"/>
              <a:pPr/>
              <a:t>12</a:t>
            </a:fld>
            <a:endParaRPr lang="en-US"/>
          </a:p>
        </p:txBody>
      </p:sp>
      <p:sp>
        <p:nvSpPr>
          <p:cNvPr id="2" name="Google Shape;383;g254a6bbbaed_0_0">
            <a:extLst>
              <a:ext uri="{FF2B5EF4-FFF2-40B4-BE49-F238E27FC236}">
                <a16:creationId xmlns:a16="http://schemas.microsoft.com/office/drawing/2014/main" id="{04427A7B-35AE-29A9-E30B-48C1B2D4FF3C}"/>
              </a:ext>
            </a:extLst>
          </p:cNvPr>
          <p:cNvSpPr/>
          <p:nvPr/>
        </p:nvSpPr>
        <p:spPr>
          <a:xfrm>
            <a:off x="1615525" y="1182703"/>
            <a:ext cx="4798800" cy="3413100"/>
          </a:xfrm>
          <a:prstGeom prst="rect">
            <a:avLst/>
          </a:prstGeom>
          <a:solidFill>
            <a:schemeClr val="lt1"/>
          </a:solidFill>
          <a:ln w="9525" cap="flat" cmpd="sng">
            <a:solidFill>
              <a:schemeClr val="dk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sz="1700" b="1"/>
          </a:p>
        </p:txBody>
      </p:sp>
      <p:cxnSp>
        <p:nvCxnSpPr>
          <p:cNvPr id="3" name="Google Shape;384;g254a6bbbaed_0_0">
            <a:extLst>
              <a:ext uri="{FF2B5EF4-FFF2-40B4-BE49-F238E27FC236}">
                <a16:creationId xmlns:a16="http://schemas.microsoft.com/office/drawing/2014/main" id="{DA21A835-8B6A-7AA1-960F-BC0D1D562C47}"/>
              </a:ext>
            </a:extLst>
          </p:cNvPr>
          <p:cNvCxnSpPr/>
          <p:nvPr/>
        </p:nvCxnSpPr>
        <p:spPr>
          <a:xfrm rot="10800000" flipH="1">
            <a:off x="1913650" y="2807425"/>
            <a:ext cx="1990800" cy="9600"/>
          </a:xfrm>
          <a:prstGeom prst="straightConnector1">
            <a:avLst/>
          </a:prstGeom>
          <a:noFill/>
          <a:ln w="9525" cap="flat" cmpd="sng">
            <a:solidFill>
              <a:schemeClr val="dk2"/>
            </a:solidFill>
            <a:prstDash val="solid"/>
            <a:round/>
            <a:headEnd type="none" w="med" len="med"/>
            <a:tailEnd type="none" w="med" len="med"/>
          </a:ln>
        </p:spPr>
      </p:cxnSp>
      <p:cxnSp>
        <p:nvCxnSpPr>
          <p:cNvPr id="4" name="Google Shape;385;g254a6bbbaed_0_0">
            <a:extLst>
              <a:ext uri="{FF2B5EF4-FFF2-40B4-BE49-F238E27FC236}">
                <a16:creationId xmlns:a16="http://schemas.microsoft.com/office/drawing/2014/main" id="{6EC18B8D-A1FD-A576-13AE-5A5C6A8E7088}"/>
              </a:ext>
            </a:extLst>
          </p:cNvPr>
          <p:cNvCxnSpPr/>
          <p:nvPr/>
        </p:nvCxnSpPr>
        <p:spPr>
          <a:xfrm>
            <a:off x="2878075" y="1529400"/>
            <a:ext cx="600" cy="1279800"/>
          </a:xfrm>
          <a:prstGeom prst="straightConnector1">
            <a:avLst/>
          </a:prstGeom>
          <a:noFill/>
          <a:ln w="9525" cap="flat" cmpd="sng">
            <a:solidFill>
              <a:schemeClr val="dk2"/>
            </a:solidFill>
            <a:prstDash val="solid"/>
            <a:round/>
            <a:headEnd type="none" w="med" len="med"/>
            <a:tailEnd type="none" w="med" len="med"/>
          </a:ln>
        </p:spPr>
      </p:cxnSp>
      <p:cxnSp>
        <p:nvCxnSpPr>
          <p:cNvPr id="5" name="Google Shape;386;g254a6bbbaed_0_0">
            <a:extLst>
              <a:ext uri="{FF2B5EF4-FFF2-40B4-BE49-F238E27FC236}">
                <a16:creationId xmlns:a16="http://schemas.microsoft.com/office/drawing/2014/main" id="{214D4A25-E099-0108-EDF7-872F09466F6F}"/>
              </a:ext>
            </a:extLst>
          </p:cNvPr>
          <p:cNvCxnSpPr/>
          <p:nvPr/>
        </p:nvCxnSpPr>
        <p:spPr>
          <a:xfrm rot="10800000" flipH="1">
            <a:off x="3877400" y="2294838"/>
            <a:ext cx="1990800" cy="9600"/>
          </a:xfrm>
          <a:prstGeom prst="straightConnector1">
            <a:avLst/>
          </a:prstGeom>
          <a:noFill/>
          <a:ln w="9525" cap="flat" cmpd="sng">
            <a:solidFill>
              <a:schemeClr val="dk2"/>
            </a:solidFill>
            <a:prstDash val="solid"/>
            <a:round/>
            <a:headEnd type="none" w="med" len="med"/>
            <a:tailEnd type="none" w="med" len="med"/>
          </a:ln>
        </p:spPr>
      </p:cxnSp>
      <p:cxnSp>
        <p:nvCxnSpPr>
          <p:cNvPr id="6" name="Google Shape;387;g254a6bbbaed_0_0">
            <a:extLst>
              <a:ext uri="{FF2B5EF4-FFF2-40B4-BE49-F238E27FC236}">
                <a16:creationId xmlns:a16="http://schemas.microsoft.com/office/drawing/2014/main" id="{FBDA2400-D318-9AB2-A908-4602F5439A50}"/>
              </a:ext>
            </a:extLst>
          </p:cNvPr>
          <p:cNvCxnSpPr/>
          <p:nvPr/>
        </p:nvCxnSpPr>
        <p:spPr>
          <a:xfrm flipH="1">
            <a:off x="4868000" y="1471250"/>
            <a:ext cx="9600" cy="847500"/>
          </a:xfrm>
          <a:prstGeom prst="straightConnector1">
            <a:avLst/>
          </a:prstGeom>
          <a:noFill/>
          <a:ln w="9525" cap="flat" cmpd="sng">
            <a:solidFill>
              <a:schemeClr val="dk2"/>
            </a:solidFill>
            <a:prstDash val="solid"/>
            <a:round/>
            <a:headEnd type="none" w="med" len="med"/>
            <a:tailEnd type="none" w="med" len="med"/>
          </a:ln>
        </p:spPr>
      </p:cxnSp>
      <p:cxnSp>
        <p:nvCxnSpPr>
          <p:cNvPr id="7" name="Google Shape;388;g254a6bbbaed_0_0">
            <a:extLst>
              <a:ext uri="{FF2B5EF4-FFF2-40B4-BE49-F238E27FC236}">
                <a16:creationId xmlns:a16="http://schemas.microsoft.com/office/drawing/2014/main" id="{99F4DBBC-40FA-B045-2C15-1E829C1AD1AF}"/>
              </a:ext>
            </a:extLst>
          </p:cNvPr>
          <p:cNvCxnSpPr/>
          <p:nvPr/>
        </p:nvCxnSpPr>
        <p:spPr>
          <a:xfrm flipH="1">
            <a:off x="5406500" y="2308725"/>
            <a:ext cx="14100" cy="2006400"/>
          </a:xfrm>
          <a:prstGeom prst="straightConnector1">
            <a:avLst/>
          </a:prstGeom>
          <a:noFill/>
          <a:ln w="9525" cap="flat" cmpd="sng">
            <a:solidFill>
              <a:schemeClr val="dk2"/>
            </a:solidFill>
            <a:prstDash val="solid"/>
            <a:round/>
            <a:headEnd type="none" w="med" len="med"/>
            <a:tailEnd type="none" w="med" len="med"/>
          </a:ln>
        </p:spPr>
      </p:cxnSp>
      <p:cxnSp>
        <p:nvCxnSpPr>
          <p:cNvPr id="8" name="Google Shape;391;g254a6bbbaed_0_0">
            <a:extLst>
              <a:ext uri="{FF2B5EF4-FFF2-40B4-BE49-F238E27FC236}">
                <a16:creationId xmlns:a16="http://schemas.microsoft.com/office/drawing/2014/main" id="{6846A5B1-5967-181E-AA37-66D6CF4FE589}"/>
              </a:ext>
            </a:extLst>
          </p:cNvPr>
          <p:cNvCxnSpPr>
            <a:endCxn id="10" idx="3"/>
          </p:cNvCxnSpPr>
          <p:nvPr/>
        </p:nvCxnSpPr>
        <p:spPr>
          <a:xfrm>
            <a:off x="1920432" y="4331197"/>
            <a:ext cx="3826500" cy="7500"/>
          </a:xfrm>
          <a:prstGeom prst="straightConnector1">
            <a:avLst/>
          </a:prstGeom>
          <a:noFill/>
          <a:ln w="28575" cap="flat" cmpd="sng">
            <a:solidFill>
              <a:schemeClr val="dk2"/>
            </a:solidFill>
            <a:prstDash val="solid"/>
            <a:round/>
            <a:headEnd type="none" w="med" len="med"/>
            <a:tailEnd type="stealth" w="med" len="med"/>
          </a:ln>
        </p:spPr>
      </p:cxnSp>
      <p:sp>
        <p:nvSpPr>
          <p:cNvPr id="9" name="Google Shape;393;g254a6bbbaed_0_0">
            <a:extLst>
              <a:ext uri="{FF2B5EF4-FFF2-40B4-BE49-F238E27FC236}">
                <a16:creationId xmlns:a16="http://schemas.microsoft.com/office/drawing/2014/main" id="{836A3B68-043E-4707-3B57-1DFEB761B5B2}"/>
              </a:ext>
            </a:extLst>
          </p:cNvPr>
          <p:cNvSpPr txBox="1"/>
          <p:nvPr/>
        </p:nvSpPr>
        <p:spPr>
          <a:xfrm>
            <a:off x="1825348" y="1103651"/>
            <a:ext cx="317700" cy="569400"/>
          </a:xfrm>
          <a:prstGeom prst="rect">
            <a:avLst/>
          </a:prstGeom>
          <a:noFill/>
          <a:ln>
            <a:noFill/>
          </a:ln>
        </p:spPr>
        <p:txBody>
          <a:bodyPr spcFirstLastPara="1" wrap="square" lIns="91425" tIns="91425" rIns="91425" bIns="91425" anchor="t" anchorCtr="0">
            <a:spAutoFit/>
          </a:bodyPr>
          <a:lstStyle/>
          <a:p>
            <a:r>
              <a:rPr lang="en-US" altLang="ja-JP" sz="2500" b="1">
                <a:latin typeface="Calibri"/>
                <a:ea typeface="Calibri"/>
                <a:cs typeface="Calibri"/>
                <a:sym typeface="Calibri"/>
              </a:rPr>
              <a:t>y</a:t>
            </a:r>
            <a:endParaRPr sz="2500" b="1">
              <a:latin typeface="Calibri"/>
              <a:ea typeface="Calibri"/>
              <a:cs typeface="Calibri"/>
              <a:sym typeface="Calibri"/>
            </a:endParaRPr>
          </a:p>
        </p:txBody>
      </p:sp>
      <p:sp>
        <p:nvSpPr>
          <p:cNvPr id="10" name="Google Shape;392;g254a6bbbaed_0_0">
            <a:extLst>
              <a:ext uri="{FF2B5EF4-FFF2-40B4-BE49-F238E27FC236}">
                <a16:creationId xmlns:a16="http://schemas.microsoft.com/office/drawing/2014/main" id="{8BBB6466-B292-0D72-D6BC-24CC1F9BBC63}"/>
              </a:ext>
            </a:extLst>
          </p:cNvPr>
          <p:cNvSpPr txBox="1"/>
          <p:nvPr/>
        </p:nvSpPr>
        <p:spPr>
          <a:xfrm>
            <a:off x="5511432" y="4053997"/>
            <a:ext cx="235500" cy="569400"/>
          </a:xfrm>
          <a:prstGeom prst="rect">
            <a:avLst/>
          </a:prstGeom>
          <a:noFill/>
          <a:ln>
            <a:noFill/>
          </a:ln>
        </p:spPr>
        <p:txBody>
          <a:bodyPr spcFirstLastPara="1" wrap="square" lIns="91425" tIns="91425" rIns="91425" bIns="91425" anchor="t" anchorCtr="0">
            <a:spAutoFit/>
          </a:bodyPr>
          <a:lstStyle/>
          <a:p>
            <a:endParaRPr sz="2500" b="1">
              <a:latin typeface="Calibri"/>
              <a:ea typeface="Calibri"/>
              <a:cs typeface="Calibri"/>
              <a:sym typeface="Calibri"/>
            </a:endParaRPr>
          </a:p>
        </p:txBody>
      </p:sp>
      <p:cxnSp>
        <p:nvCxnSpPr>
          <p:cNvPr id="11" name="Google Shape;394;g254a6bbbaed_0_0">
            <a:extLst>
              <a:ext uri="{FF2B5EF4-FFF2-40B4-BE49-F238E27FC236}">
                <a16:creationId xmlns:a16="http://schemas.microsoft.com/office/drawing/2014/main" id="{F1DF3B5C-CEDB-6FB3-EB5A-64C613B7BCAD}"/>
              </a:ext>
            </a:extLst>
          </p:cNvPr>
          <p:cNvCxnSpPr/>
          <p:nvPr/>
        </p:nvCxnSpPr>
        <p:spPr>
          <a:xfrm rot="10800000">
            <a:off x="1922020" y="1500204"/>
            <a:ext cx="0" cy="2778300"/>
          </a:xfrm>
          <a:prstGeom prst="straightConnector1">
            <a:avLst/>
          </a:prstGeom>
          <a:noFill/>
          <a:ln w="28575" cap="flat" cmpd="sng">
            <a:solidFill>
              <a:schemeClr val="dk2"/>
            </a:solidFill>
            <a:prstDash val="solid"/>
            <a:round/>
            <a:headEnd type="none" w="med" len="med"/>
            <a:tailEnd type="stealth" w="med" len="med"/>
          </a:ln>
        </p:spPr>
      </p:cxnSp>
      <p:sp>
        <p:nvSpPr>
          <p:cNvPr id="12" name="Google Shape;395;g254a6bbbaed_0_0">
            <a:extLst>
              <a:ext uri="{FF2B5EF4-FFF2-40B4-BE49-F238E27FC236}">
                <a16:creationId xmlns:a16="http://schemas.microsoft.com/office/drawing/2014/main" id="{CF910A4D-47A0-91D9-34FC-E85A992FB3C7}"/>
              </a:ext>
            </a:extLst>
          </p:cNvPr>
          <p:cNvSpPr txBox="1"/>
          <p:nvPr/>
        </p:nvSpPr>
        <p:spPr>
          <a:xfrm>
            <a:off x="5703533" y="4053997"/>
            <a:ext cx="317700" cy="569400"/>
          </a:xfrm>
          <a:prstGeom prst="rect">
            <a:avLst/>
          </a:prstGeom>
          <a:noFill/>
          <a:ln>
            <a:noFill/>
          </a:ln>
        </p:spPr>
        <p:txBody>
          <a:bodyPr spcFirstLastPara="1" wrap="square" lIns="91425" tIns="91425" rIns="91425" bIns="91425" anchor="t" anchorCtr="0">
            <a:spAutoFit/>
          </a:bodyPr>
          <a:lstStyle/>
          <a:p>
            <a:r>
              <a:rPr lang="en-US" altLang="ja-JP" sz="2500" b="1">
                <a:latin typeface="Calibri"/>
                <a:ea typeface="Calibri"/>
                <a:cs typeface="Calibri"/>
                <a:sym typeface="Calibri"/>
              </a:rPr>
              <a:t>x</a:t>
            </a:r>
            <a:endParaRPr sz="2500" b="1">
              <a:latin typeface="Calibri"/>
              <a:ea typeface="Calibri"/>
              <a:cs typeface="Calibri"/>
              <a:sym typeface="Calibri"/>
            </a:endParaRPr>
          </a:p>
        </p:txBody>
      </p:sp>
      <p:sp>
        <p:nvSpPr>
          <p:cNvPr id="13" name="Google Shape;396;g254a6bbbaed_0_0">
            <a:extLst>
              <a:ext uri="{FF2B5EF4-FFF2-40B4-BE49-F238E27FC236}">
                <a16:creationId xmlns:a16="http://schemas.microsoft.com/office/drawing/2014/main" id="{6359F766-F3EB-25E8-D77C-00666338A2DE}"/>
              </a:ext>
            </a:extLst>
          </p:cNvPr>
          <p:cNvSpPr/>
          <p:nvPr/>
        </p:nvSpPr>
        <p:spPr>
          <a:xfrm>
            <a:off x="2818853" y="2254641"/>
            <a:ext cx="128400" cy="128400"/>
          </a:xfrm>
          <a:prstGeom prst="flowChartConnector">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highlight>
                <a:srgbClr val="FF0000"/>
              </a:highlight>
            </a:endParaRPr>
          </a:p>
        </p:txBody>
      </p:sp>
      <p:sp>
        <p:nvSpPr>
          <p:cNvPr id="14" name="Google Shape;397;g254a6bbbaed_0_0">
            <a:extLst>
              <a:ext uri="{FF2B5EF4-FFF2-40B4-BE49-F238E27FC236}">
                <a16:creationId xmlns:a16="http://schemas.microsoft.com/office/drawing/2014/main" id="{B97E31C3-A57C-C8CD-9549-BF8C599434D9}"/>
              </a:ext>
            </a:extLst>
          </p:cNvPr>
          <p:cNvSpPr/>
          <p:nvPr/>
        </p:nvSpPr>
        <p:spPr>
          <a:xfrm>
            <a:off x="3269562" y="2738812"/>
            <a:ext cx="128400" cy="128400"/>
          </a:xfrm>
          <a:prstGeom prst="flowChartConnector">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highlight>
                <a:srgbClr val="FF0000"/>
              </a:highlight>
            </a:endParaRPr>
          </a:p>
        </p:txBody>
      </p:sp>
      <p:sp>
        <p:nvSpPr>
          <p:cNvPr id="15" name="Google Shape;398;g254a6bbbaed_0_0">
            <a:extLst>
              <a:ext uri="{FF2B5EF4-FFF2-40B4-BE49-F238E27FC236}">
                <a16:creationId xmlns:a16="http://schemas.microsoft.com/office/drawing/2014/main" id="{4A8170FF-BB21-B5D7-485D-4113ED75D37C}"/>
              </a:ext>
            </a:extLst>
          </p:cNvPr>
          <p:cNvSpPr/>
          <p:nvPr/>
        </p:nvSpPr>
        <p:spPr>
          <a:xfrm>
            <a:off x="4340307" y="2254641"/>
            <a:ext cx="128400" cy="128400"/>
          </a:xfrm>
          <a:prstGeom prst="flowChartConnector">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highlight>
                <a:srgbClr val="FF0000"/>
              </a:highlight>
            </a:endParaRPr>
          </a:p>
        </p:txBody>
      </p:sp>
      <p:sp>
        <p:nvSpPr>
          <p:cNvPr id="16" name="Google Shape;399;g254a6bbbaed_0_0">
            <a:extLst>
              <a:ext uri="{FF2B5EF4-FFF2-40B4-BE49-F238E27FC236}">
                <a16:creationId xmlns:a16="http://schemas.microsoft.com/office/drawing/2014/main" id="{98D7D2D3-EE4F-916F-A1F3-2FB3F981329A}"/>
              </a:ext>
            </a:extLst>
          </p:cNvPr>
          <p:cNvSpPr/>
          <p:nvPr/>
        </p:nvSpPr>
        <p:spPr>
          <a:xfrm>
            <a:off x="4808594" y="1754603"/>
            <a:ext cx="128400" cy="128400"/>
          </a:xfrm>
          <a:prstGeom prst="flowChartConnector">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highlight>
                <a:srgbClr val="FF0000"/>
              </a:highlight>
            </a:endParaRPr>
          </a:p>
        </p:txBody>
      </p:sp>
      <p:sp>
        <p:nvSpPr>
          <p:cNvPr id="17" name="Google Shape;400;g254a6bbbaed_0_0">
            <a:extLst>
              <a:ext uri="{FF2B5EF4-FFF2-40B4-BE49-F238E27FC236}">
                <a16:creationId xmlns:a16="http://schemas.microsoft.com/office/drawing/2014/main" id="{F41FC81F-17DA-AD2B-B0B5-758698B42BCE}"/>
              </a:ext>
            </a:extLst>
          </p:cNvPr>
          <p:cNvSpPr/>
          <p:nvPr/>
        </p:nvSpPr>
        <p:spPr>
          <a:xfrm>
            <a:off x="5346523" y="3738848"/>
            <a:ext cx="128400" cy="128400"/>
          </a:xfrm>
          <a:prstGeom prst="flowChartConnector">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highlight>
                <a:srgbClr val="FF0000"/>
              </a:highlight>
            </a:endParaRPr>
          </a:p>
        </p:txBody>
      </p:sp>
      <p:sp>
        <p:nvSpPr>
          <p:cNvPr id="18" name="Google Shape;401;g254a6bbbaed_0_0">
            <a:extLst>
              <a:ext uri="{FF2B5EF4-FFF2-40B4-BE49-F238E27FC236}">
                <a16:creationId xmlns:a16="http://schemas.microsoft.com/office/drawing/2014/main" id="{062B4BDD-7E57-204F-5C33-A04C954D4AAC}"/>
              </a:ext>
            </a:extLst>
          </p:cNvPr>
          <p:cNvSpPr txBox="1"/>
          <p:nvPr/>
        </p:nvSpPr>
        <p:spPr>
          <a:xfrm>
            <a:off x="1655652" y="4131970"/>
            <a:ext cx="317700" cy="523200"/>
          </a:xfrm>
          <a:prstGeom prst="rect">
            <a:avLst/>
          </a:prstGeom>
          <a:noFill/>
          <a:ln>
            <a:noFill/>
          </a:ln>
        </p:spPr>
        <p:txBody>
          <a:bodyPr spcFirstLastPara="1" wrap="square" lIns="91425" tIns="91425" rIns="91425" bIns="91425" anchor="t" anchorCtr="0">
            <a:spAutoFit/>
          </a:bodyPr>
          <a:lstStyle/>
          <a:p>
            <a:r>
              <a:rPr lang="en-US" altLang="ja-JP" sz="2200" b="1">
                <a:latin typeface="Calibri"/>
                <a:ea typeface="Calibri"/>
                <a:cs typeface="Calibri"/>
                <a:sym typeface="Calibri"/>
              </a:rPr>
              <a:t>0</a:t>
            </a:r>
            <a:endParaRPr sz="2200" b="1">
              <a:latin typeface="Calibri"/>
              <a:ea typeface="Calibri"/>
              <a:cs typeface="Calibri"/>
              <a:sym typeface="Calibri"/>
            </a:endParaRPr>
          </a:p>
        </p:txBody>
      </p:sp>
      <p:sp>
        <p:nvSpPr>
          <p:cNvPr id="19" name="Google Shape;402;g254a6bbbaed_0_0">
            <a:extLst>
              <a:ext uri="{FF2B5EF4-FFF2-40B4-BE49-F238E27FC236}">
                <a16:creationId xmlns:a16="http://schemas.microsoft.com/office/drawing/2014/main" id="{B3440793-4F5A-D352-144E-7989FD24CA63}"/>
              </a:ext>
            </a:extLst>
          </p:cNvPr>
          <p:cNvSpPr txBox="1"/>
          <p:nvPr/>
        </p:nvSpPr>
        <p:spPr>
          <a:xfrm>
            <a:off x="2495004" y="3615045"/>
            <a:ext cx="874500" cy="431100"/>
          </a:xfrm>
          <a:prstGeom prst="rect">
            <a:avLst/>
          </a:prstGeom>
          <a:noFill/>
          <a:ln>
            <a:noFill/>
          </a:ln>
        </p:spPr>
        <p:txBody>
          <a:bodyPr spcFirstLastPara="1" wrap="square" lIns="91425" tIns="91425" rIns="91425" bIns="91425" anchor="t" anchorCtr="0">
            <a:spAutoFit/>
          </a:bodyPr>
          <a:lstStyle/>
          <a:p>
            <a:r>
              <a:rPr lang="en-US" altLang="ja-JP" sz="1600" b="1">
                <a:latin typeface="Calibri"/>
                <a:ea typeface="Calibri"/>
                <a:cs typeface="Calibri"/>
                <a:sym typeface="Calibri"/>
              </a:rPr>
              <a:t>(1, 1)</a:t>
            </a:r>
            <a:endParaRPr sz="1600" b="1">
              <a:latin typeface="Calibri"/>
              <a:ea typeface="Calibri"/>
              <a:cs typeface="Calibri"/>
              <a:sym typeface="Calibri"/>
            </a:endParaRPr>
          </a:p>
        </p:txBody>
      </p:sp>
      <p:sp>
        <p:nvSpPr>
          <p:cNvPr id="20" name="Google Shape;403;g254a6bbbaed_0_0">
            <a:extLst>
              <a:ext uri="{FF2B5EF4-FFF2-40B4-BE49-F238E27FC236}">
                <a16:creationId xmlns:a16="http://schemas.microsoft.com/office/drawing/2014/main" id="{6893DB22-8265-1313-0D9D-E80C33185540}"/>
              </a:ext>
            </a:extLst>
          </p:cNvPr>
          <p:cNvSpPr txBox="1"/>
          <p:nvPr/>
        </p:nvSpPr>
        <p:spPr>
          <a:xfrm>
            <a:off x="2896684" y="2091139"/>
            <a:ext cx="874500" cy="431100"/>
          </a:xfrm>
          <a:prstGeom prst="rect">
            <a:avLst/>
          </a:prstGeom>
          <a:noFill/>
          <a:ln>
            <a:noFill/>
          </a:ln>
        </p:spPr>
        <p:txBody>
          <a:bodyPr spcFirstLastPara="1" wrap="square" lIns="91425" tIns="91425" rIns="91425" bIns="91425" anchor="t" anchorCtr="0">
            <a:spAutoFit/>
          </a:bodyPr>
          <a:lstStyle/>
          <a:p>
            <a:r>
              <a:rPr lang="en-US" altLang="ja-JP" sz="1600" b="1">
                <a:latin typeface="Calibri"/>
                <a:ea typeface="Calibri"/>
                <a:cs typeface="Calibri"/>
                <a:sym typeface="Calibri"/>
              </a:rPr>
              <a:t>(2, 4)</a:t>
            </a:r>
            <a:endParaRPr sz="1600" b="1">
              <a:latin typeface="Calibri"/>
              <a:ea typeface="Calibri"/>
              <a:cs typeface="Calibri"/>
              <a:sym typeface="Calibri"/>
            </a:endParaRPr>
          </a:p>
        </p:txBody>
      </p:sp>
      <p:sp>
        <p:nvSpPr>
          <p:cNvPr id="21" name="Google Shape;404;g254a6bbbaed_0_0">
            <a:extLst>
              <a:ext uri="{FF2B5EF4-FFF2-40B4-BE49-F238E27FC236}">
                <a16:creationId xmlns:a16="http://schemas.microsoft.com/office/drawing/2014/main" id="{2EBB909F-85C2-437D-FC3D-76C27268D8BE}"/>
              </a:ext>
            </a:extLst>
          </p:cNvPr>
          <p:cNvSpPr txBox="1"/>
          <p:nvPr/>
        </p:nvSpPr>
        <p:spPr>
          <a:xfrm>
            <a:off x="2957995" y="2791008"/>
            <a:ext cx="874500" cy="431100"/>
          </a:xfrm>
          <a:prstGeom prst="rect">
            <a:avLst/>
          </a:prstGeom>
          <a:noFill/>
          <a:ln>
            <a:noFill/>
          </a:ln>
        </p:spPr>
        <p:txBody>
          <a:bodyPr spcFirstLastPara="1" wrap="square" lIns="91425" tIns="91425" rIns="91425" bIns="91425" anchor="t" anchorCtr="0">
            <a:spAutoFit/>
          </a:bodyPr>
          <a:lstStyle/>
          <a:p>
            <a:r>
              <a:rPr lang="en-US" altLang="ja-JP" sz="1600" b="1">
                <a:latin typeface="Calibri"/>
                <a:ea typeface="Calibri"/>
                <a:cs typeface="Calibri"/>
                <a:sym typeface="Calibri"/>
              </a:rPr>
              <a:t>(3, 3)</a:t>
            </a:r>
            <a:endParaRPr sz="1600" b="1">
              <a:latin typeface="Calibri"/>
              <a:ea typeface="Calibri"/>
              <a:cs typeface="Calibri"/>
              <a:sym typeface="Calibri"/>
            </a:endParaRPr>
          </a:p>
        </p:txBody>
      </p:sp>
      <p:sp>
        <p:nvSpPr>
          <p:cNvPr id="22" name="Google Shape;405;g254a6bbbaed_0_0">
            <a:extLst>
              <a:ext uri="{FF2B5EF4-FFF2-40B4-BE49-F238E27FC236}">
                <a16:creationId xmlns:a16="http://schemas.microsoft.com/office/drawing/2014/main" id="{8C0912EF-65F7-DDE9-1F97-D37F7F0B7C05}"/>
              </a:ext>
            </a:extLst>
          </p:cNvPr>
          <p:cNvSpPr txBox="1"/>
          <p:nvPr/>
        </p:nvSpPr>
        <p:spPr>
          <a:xfrm>
            <a:off x="3960054" y="3587491"/>
            <a:ext cx="874500" cy="1169521"/>
          </a:xfrm>
          <a:prstGeom prst="rect">
            <a:avLst/>
          </a:prstGeom>
          <a:noFill/>
          <a:ln>
            <a:noFill/>
          </a:ln>
        </p:spPr>
        <p:txBody>
          <a:bodyPr spcFirstLastPara="1" wrap="square" lIns="91425" tIns="91425" rIns="91425" bIns="91425" anchor="t" anchorCtr="0">
            <a:spAutoFit/>
          </a:bodyPr>
          <a:lstStyle/>
          <a:p>
            <a:endParaRPr lang="en-US" altLang="ja-JP" sz="1600" b="1" dirty="0">
              <a:latin typeface="Calibri"/>
              <a:ea typeface="Calibri"/>
              <a:cs typeface="Calibri"/>
              <a:sym typeface="Calibri"/>
            </a:endParaRPr>
          </a:p>
          <a:p>
            <a:endParaRPr lang="en-US" sz="1600" b="1" dirty="0">
              <a:latin typeface="Calibri"/>
              <a:ea typeface="Calibri"/>
              <a:cs typeface="Calibri"/>
              <a:sym typeface="Calibri"/>
            </a:endParaRPr>
          </a:p>
          <a:p>
            <a:endParaRPr lang="en-US" sz="1600" b="1" dirty="0">
              <a:latin typeface="Calibri"/>
              <a:ea typeface="Calibri"/>
              <a:cs typeface="Calibri"/>
              <a:sym typeface="Calibri"/>
            </a:endParaRPr>
          </a:p>
          <a:p>
            <a:endParaRPr sz="1600" b="1" dirty="0">
              <a:latin typeface="Calibri"/>
              <a:ea typeface="Calibri"/>
              <a:cs typeface="Calibri"/>
              <a:sym typeface="Calibri"/>
            </a:endParaRPr>
          </a:p>
        </p:txBody>
      </p:sp>
      <p:sp>
        <p:nvSpPr>
          <p:cNvPr id="23" name="Google Shape;406;g254a6bbbaed_0_0">
            <a:extLst>
              <a:ext uri="{FF2B5EF4-FFF2-40B4-BE49-F238E27FC236}">
                <a16:creationId xmlns:a16="http://schemas.microsoft.com/office/drawing/2014/main" id="{891D2715-624D-D2B5-BF43-0B4550D3CBCB}"/>
              </a:ext>
            </a:extLst>
          </p:cNvPr>
          <p:cNvSpPr txBox="1"/>
          <p:nvPr/>
        </p:nvSpPr>
        <p:spPr>
          <a:xfrm>
            <a:off x="4000753" y="2318406"/>
            <a:ext cx="874500" cy="431100"/>
          </a:xfrm>
          <a:prstGeom prst="rect">
            <a:avLst/>
          </a:prstGeom>
          <a:noFill/>
          <a:ln>
            <a:noFill/>
          </a:ln>
        </p:spPr>
        <p:txBody>
          <a:bodyPr spcFirstLastPara="1" wrap="square" lIns="91425" tIns="91425" rIns="91425" bIns="91425" anchor="t" anchorCtr="0">
            <a:spAutoFit/>
          </a:bodyPr>
          <a:lstStyle/>
          <a:p>
            <a:r>
              <a:rPr lang="en-US" altLang="ja-JP" sz="1600" b="1">
                <a:latin typeface="Calibri"/>
                <a:ea typeface="Calibri"/>
                <a:cs typeface="Calibri"/>
                <a:sym typeface="Calibri"/>
              </a:rPr>
              <a:t>(5, 4)</a:t>
            </a:r>
            <a:endParaRPr sz="1600" b="1" dirty="0">
              <a:latin typeface="Calibri"/>
              <a:ea typeface="Calibri"/>
              <a:cs typeface="Calibri"/>
              <a:sym typeface="Calibri"/>
            </a:endParaRPr>
          </a:p>
        </p:txBody>
      </p:sp>
      <p:sp>
        <p:nvSpPr>
          <p:cNvPr id="24" name="Google Shape;407;g254a6bbbaed_0_0">
            <a:extLst>
              <a:ext uri="{FF2B5EF4-FFF2-40B4-BE49-F238E27FC236}">
                <a16:creationId xmlns:a16="http://schemas.microsoft.com/office/drawing/2014/main" id="{1750E78A-1BDD-D234-B50D-BC2D13FA52D1}"/>
              </a:ext>
            </a:extLst>
          </p:cNvPr>
          <p:cNvSpPr txBox="1"/>
          <p:nvPr/>
        </p:nvSpPr>
        <p:spPr>
          <a:xfrm>
            <a:off x="4870679" y="1630800"/>
            <a:ext cx="874500" cy="431100"/>
          </a:xfrm>
          <a:prstGeom prst="rect">
            <a:avLst/>
          </a:prstGeom>
          <a:noFill/>
          <a:ln>
            <a:noFill/>
          </a:ln>
        </p:spPr>
        <p:txBody>
          <a:bodyPr spcFirstLastPara="1" wrap="square" lIns="91425" tIns="91425" rIns="91425" bIns="91425" anchor="t" anchorCtr="0">
            <a:spAutoFit/>
          </a:bodyPr>
          <a:lstStyle/>
          <a:p>
            <a:r>
              <a:rPr lang="en-US" altLang="ja-JP" sz="1600" b="1">
                <a:latin typeface="Calibri"/>
                <a:ea typeface="Calibri"/>
                <a:cs typeface="Calibri"/>
                <a:sym typeface="Calibri"/>
              </a:rPr>
              <a:t>(6, 5)</a:t>
            </a:r>
            <a:endParaRPr sz="1600" b="1">
              <a:latin typeface="Calibri"/>
              <a:ea typeface="Calibri"/>
              <a:cs typeface="Calibri"/>
              <a:sym typeface="Calibri"/>
            </a:endParaRPr>
          </a:p>
        </p:txBody>
      </p:sp>
      <p:sp>
        <p:nvSpPr>
          <p:cNvPr id="25" name="Google Shape;408;g254a6bbbaed_0_0">
            <a:extLst>
              <a:ext uri="{FF2B5EF4-FFF2-40B4-BE49-F238E27FC236}">
                <a16:creationId xmlns:a16="http://schemas.microsoft.com/office/drawing/2014/main" id="{A26425F2-D1AC-3727-3F08-817E1F20F7E3}"/>
              </a:ext>
            </a:extLst>
          </p:cNvPr>
          <p:cNvSpPr txBox="1"/>
          <p:nvPr/>
        </p:nvSpPr>
        <p:spPr>
          <a:xfrm>
            <a:off x="5425128" y="3615045"/>
            <a:ext cx="874500" cy="431100"/>
          </a:xfrm>
          <a:prstGeom prst="rect">
            <a:avLst/>
          </a:prstGeom>
          <a:noFill/>
          <a:ln>
            <a:noFill/>
          </a:ln>
        </p:spPr>
        <p:txBody>
          <a:bodyPr spcFirstLastPara="1" wrap="square" lIns="91425" tIns="91425" rIns="91425" bIns="91425" anchor="t" anchorCtr="0">
            <a:spAutoFit/>
          </a:bodyPr>
          <a:lstStyle/>
          <a:p>
            <a:r>
              <a:rPr lang="en-US" altLang="ja-JP" sz="1600" b="1">
                <a:latin typeface="Calibri"/>
                <a:ea typeface="Calibri"/>
                <a:cs typeface="Calibri"/>
                <a:sym typeface="Calibri"/>
              </a:rPr>
              <a:t>(7, 1)</a:t>
            </a:r>
            <a:endParaRPr sz="1600" b="1">
              <a:latin typeface="Calibri"/>
              <a:ea typeface="Calibri"/>
              <a:cs typeface="Calibri"/>
              <a:sym typeface="Calibri"/>
            </a:endParaRPr>
          </a:p>
        </p:txBody>
      </p:sp>
      <p:sp>
        <p:nvSpPr>
          <p:cNvPr id="26" name="Google Shape;409;g254a6bbbaed_0_0">
            <a:extLst>
              <a:ext uri="{FF2B5EF4-FFF2-40B4-BE49-F238E27FC236}">
                <a16:creationId xmlns:a16="http://schemas.microsoft.com/office/drawing/2014/main" id="{C6DFECA6-FB6E-0478-39E9-F08740B751C8}"/>
              </a:ext>
            </a:extLst>
          </p:cNvPr>
          <p:cNvSpPr/>
          <p:nvPr/>
        </p:nvSpPr>
        <p:spPr>
          <a:xfrm>
            <a:off x="6638650" y="1182800"/>
            <a:ext cx="4029300" cy="3413100"/>
          </a:xfrm>
          <a:prstGeom prst="rect">
            <a:avLst/>
          </a:prstGeom>
          <a:solidFill>
            <a:schemeClr val="lt1"/>
          </a:solidFill>
          <a:ln w="9525" cap="flat" cmpd="sng">
            <a:solidFill>
              <a:schemeClr val="dk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sz="1700" b="1"/>
          </a:p>
        </p:txBody>
      </p:sp>
      <p:sp>
        <p:nvSpPr>
          <p:cNvPr id="27" name="Google Shape;410;g254a6bbbaed_0_0">
            <a:extLst>
              <a:ext uri="{FF2B5EF4-FFF2-40B4-BE49-F238E27FC236}">
                <a16:creationId xmlns:a16="http://schemas.microsoft.com/office/drawing/2014/main" id="{5BA8614E-D983-D1F0-E9AF-EF6E93FE54C3}"/>
              </a:ext>
            </a:extLst>
          </p:cNvPr>
          <p:cNvSpPr/>
          <p:nvPr/>
        </p:nvSpPr>
        <p:spPr>
          <a:xfrm>
            <a:off x="6740113" y="3562450"/>
            <a:ext cx="874500" cy="3894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r>
              <a:rPr lang="en-US" altLang="ja-JP" sz="1400"/>
              <a:t>L4 (1, 1)</a:t>
            </a:r>
            <a:endParaRPr sz="1400"/>
          </a:p>
        </p:txBody>
      </p:sp>
      <p:sp>
        <p:nvSpPr>
          <p:cNvPr id="28" name="Google Shape;411;g254a6bbbaed_0_0">
            <a:extLst>
              <a:ext uri="{FF2B5EF4-FFF2-40B4-BE49-F238E27FC236}">
                <a16:creationId xmlns:a16="http://schemas.microsoft.com/office/drawing/2014/main" id="{E9EC6923-0979-7925-241E-16B1CF8DA512}"/>
              </a:ext>
            </a:extLst>
          </p:cNvPr>
          <p:cNvSpPr/>
          <p:nvPr/>
        </p:nvSpPr>
        <p:spPr>
          <a:xfrm>
            <a:off x="7715988" y="3562450"/>
            <a:ext cx="874500" cy="3894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r>
              <a:rPr lang="en-US" altLang="ja-JP" sz="1400"/>
              <a:t>L5 (2, 4)</a:t>
            </a:r>
            <a:endParaRPr sz="1400"/>
          </a:p>
        </p:txBody>
      </p:sp>
      <p:sp>
        <p:nvSpPr>
          <p:cNvPr id="29" name="Google Shape;412;g254a6bbbaed_0_0">
            <a:extLst>
              <a:ext uri="{FF2B5EF4-FFF2-40B4-BE49-F238E27FC236}">
                <a16:creationId xmlns:a16="http://schemas.microsoft.com/office/drawing/2014/main" id="{8ABD7D87-0633-FAC2-F178-F93142E71F2A}"/>
              </a:ext>
            </a:extLst>
          </p:cNvPr>
          <p:cNvSpPr/>
          <p:nvPr/>
        </p:nvSpPr>
        <p:spPr>
          <a:xfrm>
            <a:off x="8690488" y="3562450"/>
            <a:ext cx="874500" cy="3894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r>
              <a:rPr lang="en-US" altLang="ja-JP" sz="1400"/>
              <a:t>L6 (7, 1)</a:t>
            </a:r>
            <a:endParaRPr sz="1400"/>
          </a:p>
        </p:txBody>
      </p:sp>
      <p:sp>
        <p:nvSpPr>
          <p:cNvPr id="30" name="Google Shape;413;g254a6bbbaed_0_0">
            <a:extLst>
              <a:ext uri="{FF2B5EF4-FFF2-40B4-BE49-F238E27FC236}">
                <a16:creationId xmlns:a16="http://schemas.microsoft.com/office/drawing/2014/main" id="{3548D5B0-A73D-FDB8-F979-52BCE434777B}"/>
              </a:ext>
            </a:extLst>
          </p:cNvPr>
          <p:cNvSpPr/>
          <p:nvPr/>
        </p:nvSpPr>
        <p:spPr>
          <a:xfrm>
            <a:off x="9691988" y="3562450"/>
            <a:ext cx="874500" cy="3894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r>
              <a:rPr lang="en-US" altLang="ja-JP" sz="1400"/>
              <a:t>L7 (6, 5)</a:t>
            </a:r>
            <a:endParaRPr sz="1400" dirty="0"/>
          </a:p>
        </p:txBody>
      </p:sp>
      <p:sp>
        <p:nvSpPr>
          <p:cNvPr id="31" name="Google Shape;414;g254a6bbbaed_0_0">
            <a:extLst>
              <a:ext uri="{FF2B5EF4-FFF2-40B4-BE49-F238E27FC236}">
                <a16:creationId xmlns:a16="http://schemas.microsoft.com/office/drawing/2014/main" id="{223593F7-4105-CC90-F461-E02B4F02E3B1}"/>
              </a:ext>
            </a:extLst>
          </p:cNvPr>
          <p:cNvSpPr/>
          <p:nvPr/>
        </p:nvSpPr>
        <p:spPr>
          <a:xfrm>
            <a:off x="7244938" y="2742125"/>
            <a:ext cx="874500" cy="3894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r>
              <a:rPr lang="en-US" altLang="ja-JP" sz="1400"/>
              <a:t>L2 (3, 3)</a:t>
            </a:r>
            <a:endParaRPr sz="1400"/>
          </a:p>
        </p:txBody>
      </p:sp>
      <p:sp>
        <p:nvSpPr>
          <p:cNvPr id="32" name="Google Shape;415;g254a6bbbaed_0_0">
            <a:extLst>
              <a:ext uri="{FF2B5EF4-FFF2-40B4-BE49-F238E27FC236}">
                <a16:creationId xmlns:a16="http://schemas.microsoft.com/office/drawing/2014/main" id="{E0A73C29-8BE6-C026-0939-B9846B90C4E1}"/>
              </a:ext>
            </a:extLst>
          </p:cNvPr>
          <p:cNvSpPr/>
          <p:nvPr/>
        </p:nvSpPr>
        <p:spPr>
          <a:xfrm>
            <a:off x="9173363" y="2742125"/>
            <a:ext cx="874500" cy="3894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r>
              <a:rPr lang="en-US" altLang="ja-JP" sz="1400"/>
              <a:t>L3 (5, 4)</a:t>
            </a:r>
            <a:endParaRPr sz="1400"/>
          </a:p>
        </p:txBody>
      </p:sp>
      <p:sp>
        <p:nvSpPr>
          <p:cNvPr id="33" name="Google Shape;416;g254a6bbbaed_0_0">
            <a:extLst>
              <a:ext uri="{FF2B5EF4-FFF2-40B4-BE49-F238E27FC236}">
                <a16:creationId xmlns:a16="http://schemas.microsoft.com/office/drawing/2014/main" id="{781C276C-5F93-8E2C-1765-A35E143858A6}"/>
              </a:ext>
            </a:extLst>
          </p:cNvPr>
          <p:cNvSpPr/>
          <p:nvPr/>
        </p:nvSpPr>
        <p:spPr>
          <a:xfrm>
            <a:off x="8216038" y="1784138"/>
            <a:ext cx="874500" cy="3894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r>
              <a:rPr lang="en-US" altLang="ja-JP" sz="1400" dirty="0"/>
              <a:t>L1 (4, 1)</a:t>
            </a:r>
            <a:endParaRPr sz="1400" dirty="0"/>
          </a:p>
        </p:txBody>
      </p:sp>
      <p:cxnSp>
        <p:nvCxnSpPr>
          <p:cNvPr id="34" name="Google Shape;417;g254a6bbbaed_0_0">
            <a:extLst>
              <a:ext uri="{FF2B5EF4-FFF2-40B4-BE49-F238E27FC236}">
                <a16:creationId xmlns:a16="http://schemas.microsoft.com/office/drawing/2014/main" id="{0DDF99C5-EA96-E063-AF5A-AEBEBE451B97}"/>
              </a:ext>
            </a:extLst>
          </p:cNvPr>
          <p:cNvCxnSpPr>
            <a:endCxn id="32" idx="0"/>
          </p:cNvCxnSpPr>
          <p:nvPr/>
        </p:nvCxnSpPr>
        <p:spPr>
          <a:xfrm>
            <a:off x="8683913" y="2191925"/>
            <a:ext cx="926700" cy="550200"/>
          </a:xfrm>
          <a:prstGeom prst="straightConnector1">
            <a:avLst/>
          </a:prstGeom>
          <a:noFill/>
          <a:ln w="9525" cap="flat" cmpd="sng">
            <a:solidFill>
              <a:schemeClr val="dk2"/>
            </a:solidFill>
            <a:prstDash val="solid"/>
            <a:round/>
            <a:headEnd type="none" w="med" len="med"/>
            <a:tailEnd type="none" w="med" len="med"/>
          </a:ln>
        </p:spPr>
      </p:cxnSp>
      <p:cxnSp>
        <p:nvCxnSpPr>
          <p:cNvPr id="35" name="Google Shape;418;g254a6bbbaed_0_0">
            <a:extLst>
              <a:ext uri="{FF2B5EF4-FFF2-40B4-BE49-F238E27FC236}">
                <a16:creationId xmlns:a16="http://schemas.microsoft.com/office/drawing/2014/main" id="{C460A887-55D8-9029-45B6-2ABABFD044D9}"/>
              </a:ext>
            </a:extLst>
          </p:cNvPr>
          <p:cNvCxnSpPr>
            <a:endCxn id="31" idx="0"/>
          </p:cNvCxnSpPr>
          <p:nvPr/>
        </p:nvCxnSpPr>
        <p:spPr>
          <a:xfrm flipH="1">
            <a:off x="7682188" y="2191925"/>
            <a:ext cx="1001700" cy="550200"/>
          </a:xfrm>
          <a:prstGeom prst="straightConnector1">
            <a:avLst/>
          </a:prstGeom>
          <a:noFill/>
          <a:ln w="9525" cap="flat" cmpd="sng">
            <a:solidFill>
              <a:schemeClr val="dk2"/>
            </a:solidFill>
            <a:prstDash val="solid"/>
            <a:round/>
            <a:headEnd type="none" w="med" len="med"/>
            <a:tailEnd type="none" w="med" len="med"/>
          </a:ln>
        </p:spPr>
      </p:cxnSp>
      <p:cxnSp>
        <p:nvCxnSpPr>
          <p:cNvPr id="36" name="Google Shape;419;g254a6bbbaed_0_0">
            <a:extLst>
              <a:ext uri="{FF2B5EF4-FFF2-40B4-BE49-F238E27FC236}">
                <a16:creationId xmlns:a16="http://schemas.microsoft.com/office/drawing/2014/main" id="{34F4D698-863F-94FD-D441-F4B6D1A651DE}"/>
              </a:ext>
            </a:extLst>
          </p:cNvPr>
          <p:cNvCxnSpPr>
            <a:stCxn id="27" idx="0"/>
            <a:endCxn id="31" idx="2"/>
          </p:cNvCxnSpPr>
          <p:nvPr/>
        </p:nvCxnSpPr>
        <p:spPr>
          <a:xfrm rot="10800000" flipH="1">
            <a:off x="7177363" y="3131650"/>
            <a:ext cx="504900" cy="430800"/>
          </a:xfrm>
          <a:prstGeom prst="straightConnector1">
            <a:avLst/>
          </a:prstGeom>
          <a:noFill/>
          <a:ln w="9525" cap="flat" cmpd="sng">
            <a:solidFill>
              <a:schemeClr val="dk2"/>
            </a:solidFill>
            <a:prstDash val="solid"/>
            <a:round/>
            <a:headEnd type="none" w="med" len="med"/>
            <a:tailEnd type="none" w="med" len="med"/>
          </a:ln>
        </p:spPr>
      </p:cxnSp>
      <p:cxnSp>
        <p:nvCxnSpPr>
          <p:cNvPr id="37" name="Google Shape;420;g254a6bbbaed_0_0">
            <a:extLst>
              <a:ext uri="{FF2B5EF4-FFF2-40B4-BE49-F238E27FC236}">
                <a16:creationId xmlns:a16="http://schemas.microsoft.com/office/drawing/2014/main" id="{D3AA5C6C-3293-4DFE-FA5E-06BB361B27E3}"/>
              </a:ext>
            </a:extLst>
          </p:cNvPr>
          <p:cNvCxnSpPr>
            <a:stCxn id="28" idx="0"/>
          </p:cNvCxnSpPr>
          <p:nvPr/>
        </p:nvCxnSpPr>
        <p:spPr>
          <a:xfrm rot="10800000">
            <a:off x="7682238" y="3131650"/>
            <a:ext cx="471000" cy="430800"/>
          </a:xfrm>
          <a:prstGeom prst="straightConnector1">
            <a:avLst/>
          </a:prstGeom>
          <a:noFill/>
          <a:ln w="9525" cap="flat" cmpd="sng">
            <a:solidFill>
              <a:schemeClr val="dk2"/>
            </a:solidFill>
            <a:prstDash val="solid"/>
            <a:round/>
            <a:headEnd type="none" w="med" len="med"/>
            <a:tailEnd type="none" w="med" len="med"/>
          </a:ln>
        </p:spPr>
      </p:cxnSp>
      <p:cxnSp>
        <p:nvCxnSpPr>
          <p:cNvPr id="38" name="Google Shape;421;g254a6bbbaed_0_0">
            <a:extLst>
              <a:ext uri="{FF2B5EF4-FFF2-40B4-BE49-F238E27FC236}">
                <a16:creationId xmlns:a16="http://schemas.microsoft.com/office/drawing/2014/main" id="{0E539C23-A868-F69C-D606-2C4DAA40C5E6}"/>
              </a:ext>
            </a:extLst>
          </p:cNvPr>
          <p:cNvCxnSpPr>
            <a:endCxn id="32" idx="2"/>
          </p:cNvCxnSpPr>
          <p:nvPr/>
        </p:nvCxnSpPr>
        <p:spPr>
          <a:xfrm rot="10800000">
            <a:off x="9610613" y="3131525"/>
            <a:ext cx="525300" cy="430800"/>
          </a:xfrm>
          <a:prstGeom prst="straightConnector1">
            <a:avLst/>
          </a:prstGeom>
          <a:noFill/>
          <a:ln w="9525" cap="flat" cmpd="sng">
            <a:solidFill>
              <a:schemeClr val="dk2"/>
            </a:solidFill>
            <a:prstDash val="solid"/>
            <a:round/>
            <a:headEnd type="none" w="med" len="med"/>
            <a:tailEnd type="none" w="med" len="med"/>
          </a:ln>
        </p:spPr>
      </p:cxnSp>
      <p:cxnSp>
        <p:nvCxnSpPr>
          <p:cNvPr id="39" name="Google Shape;422;g254a6bbbaed_0_0">
            <a:extLst>
              <a:ext uri="{FF2B5EF4-FFF2-40B4-BE49-F238E27FC236}">
                <a16:creationId xmlns:a16="http://schemas.microsoft.com/office/drawing/2014/main" id="{8D855822-786E-B05F-5F10-DC0EB64AF339}"/>
              </a:ext>
            </a:extLst>
          </p:cNvPr>
          <p:cNvCxnSpPr>
            <a:stCxn id="29" idx="0"/>
          </p:cNvCxnSpPr>
          <p:nvPr/>
        </p:nvCxnSpPr>
        <p:spPr>
          <a:xfrm rot="10800000" flipH="1">
            <a:off x="9127738" y="3131650"/>
            <a:ext cx="483000" cy="430800"/>
          </a:xfrm>
          <a:prstGeom prst="straightConnector1">
            <a:avLst/>
          </a:prstGeom>
          <a:noFill/>
          <a:ln w="9525" cap="flat" cmpd="sng">
            <a:solidFill>
              <a:schemeClr val="dk2"/>
            </a:solidFill>
            <a:prstDash val="solid"/>
            <a:round/>
            <a:headEnd type="none" w="med" len="med"/>
            <a:tailEnd type="none" w="med" len="med"/>
          </a:ln>
        </p:spPr>
      </p:cxnSp>
      <p:cxnSp>
        <p:nvCxnSpPr>
          <p:cNvPr id="40" name="Google Shape;423;g254a6bbbaed_0_0">
            <a:extLst>
              <a:ext uri="{FF2B5EF4-FFF2-40B4-BE49-F238E27FC236}">
                <a16:creationId xmlns:a16="http://schemas.microsoft.com/office/drawing/2014/main" id="{AA2FA6CA-032D-2F1E-CFB3-B9C7F7158204}"/>
              </a:ext>
            </a:extLst>
          </p:cNvPr>
          <p:cNvCxnSpPr/>
          <p:nvPr/>
        </p:nvCxnSpPr>
        <p:spPr>
          <a:xfrm>
            <a:off x="3879063" y="1461650"/>
            <a:ext cx="13800" cy="2855400"/>
          </a:xfrm>
          <a:prstGeom prst="straightConnector1">
            <a:avLst/>
          </a:prstGeom>
          <a:noFill/>
          <a:ln w="9525" cap="flat" cmpd="sng">
            <a:solidFill>
              <a:schemeClr val="dk2"/>
            </a:solidFill>
            <a:prstDash val="solid"/>
            <a:round/>
            <a:headEnd type="none" w="med" len="med"/>
            <a:tailEnd type="none" w="med" len="med"/>
          </a:ln>
        </p:spPr>
      </p:cxnSp>
      <p:cxnSp>
        <p:nvCxnSpPr>
          <p:cNvPr id="41" name="Google Shape;424;g254a6bbbaed_0_0">
            <a:extLst>
              <a:ext uri="{FF2B5EF4-FFF2-40B4-BE49-F238E27FC236}">
                <a16:creationId xmlns:a16="http://schemas.microsoft.com/office/drawing/2014/main" id="{435FF3C4-DCDB-E89E-8196-C77FFC897CF3}"/>
              </a:ext>
            </a:extLst>
          </p:cNvPr>
          <p:cNvCxnSpPr/>
          <p:nvPr/>
        </p:nvCxnSpPr>
        <p:spPr>
          <a:xfrm>
            <a:off x="2420225" y="2825025"/>
            <a:ext cx="0" cy="1480500"/>
          </a:xfrm>
          <a:prstGeom prst="straightConnector1">
            <a:avLst/>
          </a:prstGeom>
          <a:noFill/>
          <a:ln w="9525" cap="flat" cmpd="sng">
            <a:solidFill>
              <a:schemeClr val="dk2"/>
            </a:solidFill>
            <a:prstDash val="solid"/>
            <a:round/>
            <a:headEnd type="none" w="med" len="med"/>
            <a:tailEnd type="none" w="med" len="med"/>
          </a:ln>
        </p:spPr>
      </p:cxnSp>
      <p:sp>
        <p:nvSpPr>
          <p:cNvPr id="42" name="Google Shape;427;g254a6bbbaed_0_0">
            <a:extLst>
              <a:ext uri="{FF2B5EF4-FFF2-40B4-BE49-F238E27FC236}">
                <a16:creationId xmlns:a16="http://schemas.microsoft.com/office/drawing/2014/main" id="{3295F78E-A825-6DAE-9DDB-9A60098440D0}"/>
              </a:ext>
            </a:extLst>
          </p:cNvPr>
          <p:cNvSpPr txBox="1"/>
          <p:nvPr/>
        </p:nvSpPr>
        <p:spPr>
          <a:xfrm>
            <a:off x="5757751" y="2084100"/>
            <a:ext cx="483000" cy="431100"/>
          </a:xfrm>
          <a:prstGeom prst="rect">
            <a:avLst/>
          </a:prstGeom>
          <a:noFill/>
          <a:ln>
            <a:noFill/>
          </a:ln>
        </p:spPr>
        <p:txBody>
          <a:bodyPr spcFirstLastPara="1" wrap="square" lIns="91425" tIns="91425" rIns="91425" bIns="91425" anchor="t" anchorCtr="0">
            <a:spAutoFit/>
          </a:bodyPr>
          <a:lstStyle/>
          <a:p>
            <a:pPr algn="ctr"/>
            <a:r>
              <a:rPr lang="en-US" altLang="ja-JP" sz="1600" b="1">
                <a:latin typeface="Calibri"/>
                <a:ea typeface="Calibri"/>
                <a:cs typeface="Calibri"/>
                <a:sym typeface="Calibri"/>
              </a:rPr>
              <a:t>L3</a:t>
            </a:r>
            <a:endParaRPr sz="1600" b="1">
              <a:latin typeface="Calibri"/>
              <a:ea typeface="Calibri"/>
              <a:cs typeface="Calibri"/>
              <a:sym typeface="Calibri"/>
            </a:endParaRPr>
          </a:p>
        </p:txBody>
      </p:sp>
      <p:sp>
        <p:nvSpPr>
          <p:cNvPr id="43" name="Google Shape;428;g254a6bbbaed_0_0">
            <a:extLst>
              <a:ext uri="{FF2B5EF4-FFF2-40B4-BE49-F238E27FC236}">
                <a16:creationId xmlns:a16="http://schemas.microsoft.com/office/drawing/2014/main" id="{7A047AB5-CA0A-6371-8E6B-62D29936FB52}"/>
              </a:ext>
            </a:extLst>
          </p:cNvPr>
          <p:cNvSpPr txBox="1"/>
          <p:nvPr/>
        </p:nvSpPr>
        <p:spPr>
          <a:xfrm>
            <a:off x="2178714" y="4254225"/>
            <a:ext cx="483000" cy="431100"/>
          </a:xfrm>
          <a:prstGeom prst="rect">
            <a:avLst/>
          </a:prstGeom>
          <a:noFill/>
          <a:ln>
            <a:noFill/>
          </a:ln>
        </p:spPr>
        <p:txBody>
          <a:bodyPr spcFirstLastPara="1" wrap="square" lIns="91425" tIns="91425" rIns="91425" bIns="91425" anchor="t" anchorCtr="0">
            <a:spAutoFit/>
          </a:bodyPr>
          <a:lstStyle/>
          <a:p>
            <a:pPr algn="ctr"/>
            <a:r>
              <a:rPr lang="en-US" altLang="ja-JP" sz="1600" b="1">
                <a:latin typeface="Calibri"/>
                <a:ea typeface="Calibri"/>
                <a:cs typeface="Calibri"/>
                <a:sym typeface="Calibri"/>
              </a:rPr>
              <a:t>L4</a:t>
            </a:r>
            <a:endParaRPr sz="1600" b="1">
              <a:latin typeface="Calibri"/>
              <a:ea typeface="Calibri"/>
              <a:cs typeface="Calibri"/>
              <a:sym typeface="Calibri"/>
            </a:endParaRPr>
          </a:p>
        </p:txBody>
      </p:sp>
      <p:sp>
        <p:nvSpPr>
          <p:cNvPr id="44" name="Google Shape;429;g254a6bbbaed_0_0">
            <a:extLst>
              <a:ext uri="{FF2B5EF4-FFF2-40B4-BE49-F238E27FC236}">
                <a16:creationId xmlns:a16="http://schemas.microsoft.com/office/drawing/2014/main" id="{815C2DF4-0969-91C8-631A-490033582250}"/>
              </a:ext>
            </a:extLst>
          </p:cNvPr>
          <p:cNvSpPr txBox="1"/>
          <p:nvPr/>
        </p:nvSpPr>
        <p:spPr>
          <a:xfrm>
            <a:off x="2623951" y="1141938"/>
            <a:ext cx="483000" cy="431100"/>
          </a:xfrm>
          <a:prstGeom prst="rect">
            <a:avLst/>
          </a:prstGeom>
          <a:noFill/>
          <a:ln>
            <a:noFill/>
          </a:ln>
        </p:spPr>
        <p:txBody>
          <a:bodyPr spcFirstLastPara="1" wrap="square" lIns="91425" tIns="91425" rIns="91425" bIns="91425" anchor="t" anchorCtr="0">
            <a:spAutoFit/>
          </a:bodyPr>
          <a:lstStyle/>
          <a:p>
            <a:pPr algn="ctr"/>
            <a:r>
              <a:rPr lang="en-US" altLang="ja-JP" sz="1600" b="1">
                <a:latin typeface="Calibri"/>
                <a:ea typeface="Calibri"/>
                <a:cs typeface="Calibri"/>
                <a:sym typeface="Calibri"/>
              </a:rPr>
              <a:t>L5</a:t>
            </a:r>
            <a:endParaRPr sz="1600" b="1">
              <a:latin typeface="Calibri"/>
              <a:ea typeface="Calibri"/>
              <a:cs typeface="Calibri"/>
              <a:sym typeface="Calibri"/>
            </a:endParaRPr>
          </a:p>
        </p:txBody>
      </p:sp>
      <p:sp>
        <p:nvSpPr>
          <p:cNvPr id="45" name="Google Shape;430;g254a6bbbaed_0_0">
            <a:extLst>
              <a:ext uri="{FF2B5EF4-FFF2-40B4-BE49-F238E27FC236}">
                <a16:creationId xmlns:a16="http://schemas.microsoft.com/office/drawing/2014/main" id="{13B7E066-2A42-616E-16A5-DEFB4A37AD36}"/>
              </a:ext>
            </a:extLst>
          </p:cNvPr>
          <p:cNvSpPr txBox="1"/>
          <p:nvPr/>
        </p:nvSpPr>
        <p:spPr>
          <a:xfrm>
            <a:off x="5134414" y="4254225"/>
            <a:ext cx="483000" cy="431100"/>
          </a:xfrm>
          <a:prstGeom prst="rect">
            <a:avLst/>
          </a:prstGeom>
          <a:noFill/>
          <a:ln>
            <a:noFill/>
          </a:ln>
        </p:spPr>
        <p:txBody>
          <a:bodyPr spcFirstLastPara="1" wrap="square" lIns="91425" tIns="91425" rIns="91425" bIns="91425" anchor="t" anchorCtr="0">
            <a:spAutoFit/>
          </a:bodyPr>
          <a:lstStyle/>
          <a:p>
            <a:pPr algn="ctr"/>
            <a:r>
              <a:rPr lang="en-US" altLang="ja-JP" sz="1600" b="1">
                <a:latin typeface="Calibri"/>
                <a:ea typeface="Calibri"/>
                <a:cs typeface="Calibri"/>
                <a:sym typeface="Calibri"/>
              </a:rPr>
              <a:t>L6</a:t>
            </a:r>
            <a:endParaRPr sz="1600" b="1">
              <a:latin typeface="Calibri"/>
              <a:ea typeface="Calibri"/>
              <a:cs typeface="Calibri"/>
              <a:sym typeface="Calibri"/>
            </a:endParaRPr>
          </a:p>
        </p:txBody>
      </p:sp>
      <p:sp>
        <p:nvSpPr>
          <p:cNvPr id="46" name="Google Shape;431;g254a6bbbaed_0_0">
            <a:extLst>
              <a:ext uri="{FF2B5EF4-FFF2-40B4-BE49-F238E27FC236}">
                <a16:creationId xmlns:a16="http://schemas.microsoft.com/office/drawing/2014/main" id="{742295AB-E789-4E14-57B1-F09728A9E0D6}"/>
              </a:ext>
            </a:extLst>
          </p:cNvPr>
          <p:cNvSpPr txBox="1"/>
          <p:nvPr/>
        </p:nvSpPr>
        <p:spPr>
          <a:xfrm>
            <a:off x="4631301" y="1141950"/>
            <a:ext cx="483000" cy="431100"/>
          </a:xfrm>
          <a:prstGeom prst="rect">
            <a:avLst/>
          </a:prstGeom>
          <a:noFill/>
          <a:ln>
            <a:noFill/>
          </a:ln>
        </p:spPr>
        <p:txBody>
          <a:bodyPr spcFirstLastPara="1" wrap="square" lIns="91425" tIns="91425" rIns="91425" bIns="91425" anchor="t" anchorCtr="0">
            <a:spAutoFit/>
          </a:bodyPr>
          <a:lstStyle/>
          <a:p>
            <a:pPr algn="ctr"/>
            <a:r>
              <a:rPr lang="en-US" altLang="ja-JP" sz="1600" b="1">
                <a:latin typeface="Calibri"/>
                <a:ea typeface="Calibri"/>
                <a:cs typeface="Calibri"/>
                <a:sym typeface="Calibri"/>
              </a:rPr>
              <a:t>L7</a:t>
            </a:r>
            <a:endParaRPr sz="1600" b="1" dirty="0">
              <a:latin typeface="Calibri"/>
              <a:ea typeface="Calibri"/>
              <a:cs typeface="Calibri"/>
              <a:sym typeface="Calibri"/>
            </a:endParaRPr>
          </a:p>
        </p:txBody>
      </p:sp>
      <p:sp>
        <p:nvSpPr>
          <p:cNvPr id="47" name="Google Shape;432;g254a6bbbaed_0_0">
            <a:extLst>
              <a:ext uri="{FF2B5EF4-FFF2-40B4-BE49-F238E27FC236}">
                <a16:creationId xmlns:a16="http://schemas.microsoft.com/office/drawing/2014/main" id="{F4421CCD-F676-03B6-42B3-8B74C13D5144}"/>
              </a:ext>
            </a:extLst>
          </p:cNvPr>
          <p:cNvSpPr txBox="1"/>
          <p:nvPr/>
        </p:nvSpPr>
        <p:spPr>
          <a:xfrm>
            <a:off x="3656576" y="1141938"/>
            <a:ext cx="483000" cy="431100"/>
          </a:xfrm>
          <a:prstGeom prst="rect">
            <a:avLst/>
          </a:prstGeom>
          <a:noFill/>
          <a:ln>
            <a:noFill/>
          </a:ln>
        </p:spPr>
        <p:txBody>
          <a:bodyPr spcFirstLastPara="1" wrap="square" lIns="91425" tIns="91425" rIns="91425" bIns="91425" anchor="t" anchorCtr="0">
            <a:spAutoFit/>
          </a:bodyPr>
          <a:lstStyle/>
          <a:p>
            <a:pPr algn="ctr"/>
            <a:r>
              <a:rPr lang="en-US" altLang="ja-JP" sz="1600" b="1">
                <a:latin typeface="Calibri"/>
                <a:ea typeface="Calibri"/>
                <a:cs typeface="Calibri"/>
                <a:sym typeface="Calibri"/>
              </a:rPr>
              <a:t>L1</a:t>
            </a:r>
            <a:endParaRPr sz="1600" b="1">
              <a:latin typeface="Calibri"/>
              <a:ea typeface="Calibri"/>
              <a:cs typeface="Calibri"/>
              <a:sym typeface="Calibri"/>
            </a:endParaRPr>
          </a:p>
        </p:txBody>
      </p:sp>
      <p:sp>
        <p:nvSpPr>
          <p:cNvPr id="48" name="Google Shape;433;g254a6bbbaed_0_0">
            <a:extLst>
              <a:ext uri="{FF2B5EF4-FFF2-40B4-BE49-F238E27FC236}">
                <a16:creationId xmlns:a16="http://schemas.microsoft.com/office/drawing/2014/main" id="{77090921-7AD0-C36B-83EB-AFF9C1B6E18C}"/>
              </a:ext>
            </a:extLst>
          </p:cNvPr>
          <p:cNvSpPr txBox="1"/>
          <p:nvPr/>
        </p:nvSpPr>
        <p:spPr>
          <a:xfrm>
            <a:off x="1498901" y="2597500"/>
            <a:ext cx="483000" cy="431100"/>
          </a:xfrm>
          <a:prstGeom prst="rect">
            <a:avLst/>
          </a:prstGeom>
          <a:noFill/>
          <a:ln>
            <a:noFill/>
          </a:ln>
        </p:spPr>
        <p:txBody>
          <a:bodyPr spcFirstLastPara="1" wrap="square" lIns="91425" tIns="91425" rIns="91425" bIns="91425" anchor="t" anchorCtr="0">
            <a:spAutoFit/>
          </a:bodyPr>
          <a:lstStyle/>
          <a:p>
            <a:pPr algn="ctr"/>
            <a:r>
              <a:rPr lang="en-US" altLang="ja-JP" sz="1600" b="1">
                <a:latin typeface="Calibri"/>
                <a:ea typeface="Calibri"/>
                <a:cs typeface="Calibri"/>
                <a:sym typeface="Calibri"/>
              </a:rPr>
              <a:t>L2</a:t>
            </a:r>
            <a:endParaRPr sz="1600" b="1">
              <a:latin typeface="Calibri"/>
              <a:ea typeface="Calibri"/>
              <a:cs typeface="Calibri"/>
              <a:sym typeface="Calibri"/>
            </a:endParaRPr>
          </a:p>
        </p:txBody>
      </p:sp>
      <p:sp>
        <p:nvSpPr>
          <p:cNvPr id="49" name="Google Shape;434;g254a6bbbaed_0_0">
            <a:extLst>
              <a:ext uri="{FF2B5EF4-FFF2-40B4-BE49-F238E27FC236}">
                <a16:creationId xmlns:a16="http://schemas.microsoft.com/office/drawing/2014/main" id="{B67A2C47-4996-FC95-F897-2F58B1E8D4FD}"/>
              </a:ext>
            </a:extLst>
          </p:cNvPr>
          <p:cNvSpPr/>
          <p:nvPr/>
        </p:nvSpPr>
        <p:spPr>
          <a:xfrm>
            <a:off x="3822523" y="3738848"/>
            <a:ext cx="128400" cy="128400"/>
          </a:xfrm>
          <a:prstGeom prst="flowChartConnector">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highlight>
                <a:srgbClr val="FF0000"/>
              </a:highlight>
            </a:endParaRPr>
          </a:p>
        </p:txBody>
      </p:sp>
      <p:sp>
        <p:nvSpPr>
          <p:cNvPr id="50" name="Google Shape;435;g254a6bbbaed_0_0">
            <a:extLst>
              <a:ext uri="{FF2B5EF4-FFF2-40B4-BE49-F238E27FC236}">
                <a16:creationId xmlns:a16="http://schemas.microsoft.com/office/drawing/2014/main" id="{1E4FA407-C857-A638-9896-172A2FB2DB91}"/>
              </a:ext>
            </a:extLst>
          </p:cNvPr>
          <p:cNvSpPr/>
          <p:nvPr/>
        </p:nvSpPr>
        <p:spPr>
          <a:xfrm>
            <a:off x="2366434" y="3738848"/>
            <a:ext cx="128400" cy="128400"/>
          </a:xfrm>
          <a:prstGeom prst="flowChartConnector">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highlight>
                <a:srgbClr val="FF0000"/>
              </a:highlight>
            </a:endParaRPr>
          </a:p>
        </p:txBody>
      </p:sp>
      <p:sp>
        <p:nvSpPr>
          <p:cNvPr id="51" name="Google Shape;406;g254a6bbbaed_0_0">
            <a:extLst>
              <a:ext uri="{FF2B5EF4-FFF2-40B4-BE49-F238E27FC236}">
                <a16:creationId xmlns:a16="http://schemas.microsoft.com/office/drawing/2014/main" id="{8C722669-A0BF-1BA6-A438-1D56FEBB233D}"/>
              </a:ext>
            </a:extLst>
          </p:cNvPr>
          <p:cNvSpPr txBox="1"/>
          <p:nvPr/>
        </p:nvSpPr>
        <p:spPr>
          <a:xfrm>
            <a:off x="3975525" y="3573603"/>
            <a:ext cx="874500" cy="431100"/>
          </a:xfrm>
          <a:prstGeom prst="rect">
            <a:avLst/>
          </a:prstGeom>
          <a:noFill/>
          <a:ln>
            <a:noFill/>
          </a:ln>
        </p:spPr>
        <p:txBody>
          <a:bodyPr spcFirstLastPara="1" wrap="square" lIns="91425" tIns="91425" rIns="91425" bIns="91425" anchor="t" anchorCtr="0">
            <a:spAutoFit/>
          </a:bodyPr>
          <a:lstStyle/>
          <a:p>
            <a:r>
              <a:rPr lang="en-US" altLang="ja-JP" sz="1600" b="1">
                <a:latin typeface="Calibri"/>
                <a:ea typeface="Calibri"/>
                <a:cs typeface="Calibri"/>
                <a:sym typeface="Calibri"/>
              </a:rPr>
              <a:t>(</a:t>
            </a:r>
            <a:r>
              <a:rPr lang="en-US" altLang="ja-JP" sz="1600" b="1" dirty="0">
                <a:latin typeface="Calibri"/>
                <a:ea typeface="Calibri"/>
                <a:cs typeface="Calibri"/>
                <a:sym typeface="Calibri"/>
              </a:rPr>
              <a:t>4</a:t>
            </a:r>
            <a:r>
              <a:rPr lang="en-US" altLang="ja-JP" sz="1600" b="1">
                <a:latin typeface="Calibri"/>
                <a:ea typeface="Calibri"/>
                <a:cs typeface="Calibri"/>
                <a:sym typeface="Calibri"/>
              </a:rPr>
              <a:t>, </a:t>
            </a:r>
            <a:r>
              <a:rPr lang="en-US" altLang="ja-JP" sz="1600" b="1" dirty="0">
                <a:latin typeface="Calibri"/>
                <a:ea typeface="Calibri"/>
                <a:cs typeface="Calibri"/>
                <a:sym typeface="Calibri"/>
              </a:rPr>
              <a:t>1</a:t>
            </a:r>
            <a:r>
              <a:rPr lang="en-US" altLang="ja-JP" sz="1600" b="1">
                <a:latin typeface="Calibri"/>
                <a:ea typeface="Calibri"/>
                <a:cs typeface="Calibri"/>
                <a:sym typeface="Calibri"/>
              </a:rPr>
              <a:t>)</a:t>
            </a:r>
            <a:endParaRPr sz="1600" b="1" dirty="0">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dissolve">
                                      <p:cBhvr>
                                        <p:cTn id="7" dur="500"/>
                                        <p:tgtEl>
                                          <p:spTgt spid="40"/>
                                        </p:tgtEl>
                                      </p:cBhvr>
                                    </p:animEffect>
                                  </p:childTnLst>
                                </p:cTn>
                              </p:par>
                              <p:par>
                                <p:cTn id="8" presetID="9" presetClass="entr" presetSubtype="0" fill="hold" grpId="0" nodeType="withEffect">
                                  <p:stCondLst>
                                    <p:cond delay="0"/>
                                  </p:stCondLst>
                                  <p:childTnLst>
                                    <p:set>
                                      <p:cBhvr>
                                        <p:cTn id="9" dur="1" fill="hold">
                                          <p:stCondLst>
                                            <p:cond delay="0"/>
                                          </p:stCondLst>
                                        </p:cTn>
                                        <p:tgtEl>
                                          <p:spTgt spid="47"/>
                                        </p:tgtEl>
                                        <p:attrNameLst>
                                          <p:attrName>style.visibility</p:attrName>
                                        </p:attrNameLst>
                                      </p:cBhvr>
                                      <p:to>
                                        <p:strVal val="visible"/>
                                      </p:to>
                                    </p:set>
                                    <p:animEffect transition="in" filter="dissolve">
                                      <p:cBhvr>
                                        <p:cTn id="10" dur="500"/>
                                        <p:tgtEl>
                                          <p:spTgt spid="47"/>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33"/>
                                        </p:tgtEl>
                                        <p:attrNameLst>
                                          <p:attrName>style.visibility</p:attrName>
                                        </p:attrNameLst>
                                      </p:cBhvr>
                                      <p:to>
                                        <p:strVal val="visible"/>
                                      </p:to>
                                    </p:set>
                                    <p:animEffect transition="in" filter="dissolve">
                                      <p:cBhvr>
                                        <p:cTn id="13" dur="500"/>
                                        <p:tgtEl>
                                          <p:spTgt spid="33"/>
                                        </p:tgtEl>
                                      </p:cBhvr>
                                    </p:animEffect>
                                  </p:childTnLst>
                                </p:cTn>
                              </p:par>
                              <p:par>
                                <p:cTn id="14" presetID="1" presetClass="emph" presetSubtype="2" fill="hold" nodeType="withEffect">
                                  <p:stCondLst>
                                    <p:cond delay="0"/>
                                  </p:stCondLst>
                                  <p:childTnLst>
                                    <p:animClr clrSpc="rgb" dir="cw">
                                      <p:cBhvr>
                                        <p:cTn id="15" dur="500" fill="hold"/>
                                        <p:tgtEl>
                                          <p:spTgt spid="49"/>
                                        </p:tgtEl>
                                        <p:attrNameLst>
                                          <p:attrName>fillcolor</p:attrName>
                                        </p:attrNameLst>
                                      </p:cBhvr>
                                      <p:to>
                                        <a:schemeClr val="accent2"/>
                                      </p:to>
                                    </p:animClr>
                                    <p:set>
                                      <p:cBhvr>
                                        <p:cTn id="16" dur="500" fill="hold"/>
                                        <p:tgtEl>
                                          <p:spTgt spid="49"/>
                                        </p:tgtEl>
                                        <p:attrNameLst>
                                          <p:attrName>fill.type</p:attrName>
                                        </p:attrNameLst>
                                      </p:cBhvr>
                                      <p:to>
                                        <p:strVal val="solid"/>
                                      </p:to>
                                    </p:set>
                                    <p:set>
                                      <p:cBhvr>
                                        <p:cTn id="17" dur="500" fill="hold"/>
                                        <p:tgtEl>
                                          <p:spTgt spid="49"/>
                                        </p:tgtEl>
                                        <p:attrNameLst>
                                          <p:attrName>fill.on</p:attrName>
                                        </p:attrNameLst>
                                      </p:cBhvr>
                                      <p:to>
                                        <p:strVal val="true"/>
                                      </p:to>
                                    </p:se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dissolve">
                                      <p:cBhvr>
                                        <p:cTn id="22" dur="500"/>
                                        <p:tgtEl>
                                          <p:spTgt spid="3"/>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48"/>
                                        </p:tgtEl>
                                        <p:attrNameLst>
                                          <p:attrName>style.visibility</p:attrName>
                                        </p:attrNameLst>
                                      </p:cBhvr>
                                      <p:to>
                                        <p:strVal val="visible"/>
                                      </p:to>
                                    </p:set>
                                    <p:animEffect transition="in" filter="dissolve">
                                      <p:cBhvr>
                                        <p:cTn id="25" dur="500"/>
                                        <p:tgtEl>
                                          <p:spTgt spid="48"/>
                                        </p:tgtEl>
                                      </p:cBhvr>
                                    </p:animEffect>
                                  </p:childTnLst>
                                </p:cTn>
                              </p:par>
                              <p:par>
                                <p:cTn id="26" presetID="9" presetClass="entr" presetSubtype="0" fill="hold" nodeType="withEffect">
                                  <p:stCondLst>
                                    <p:cond delay="0"/>
                                  </p:stCondLst>
                                  <p:childTnLst>
                                    <p:set>
                                      <p:cBhvr>
                                        <p:cTn id="27" dur="1" fill="hold">
                                          <p:stCondLst>
                                            <p:cond delay="0"/>
                                          </p:stCondLst>
                                        </p:cTn>
                                        <p:tgtEl>
                                          <p:spTgt spid="35"/>
                                        </p:tgtEl>
                                        <p:attrNameLst>
                                          <p:attrName>style.visibility</p:attrName>
                                        </p:attrNameLst>
                                      </p:cBhvr>
                                      <p:to>
                                        <p:strVal val="visible"/>
                                      </p:to>
                                    </p:set>
                                    <p:animEffect transition="in" filter="dissolve">
                                      <p:cBhvr>
                                        <p:cTn id="28" dur="500"/>
                                        <p:tgtEl>
                                          <p:spTgt spid="35"/>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31"/>
                                        </p:tgtEl>
                                        <p:attrNameLst>
                                          <p:attrName>style.visibility</p:attrName>
                                        </p:attrNameLst>
                                      </p:cBhvr>
                                      <p:to>
                                        <p:strVal val="visible"/>
                                      </p:to>
                                    </p:set>
                                    <p:animEffect transition="in" filter="dissolve">
                                      <p:cBhvr>
                                        <p:cTn id="31" dur="500"/>
                                        <p:tgtEl>
                                          <p:spTgt spid="31"/>
                                        </p:tgtEl>
                                      </p:cBhvr>
                                    </p:animEffect>
                                  </p:childTnLst>
                                </p:cTn>
                              </p:par>
                              <p:par>
                                <p:cTn id="32" presetID="1" presetClass="emph" presetSubtype="2" fill="hold" nodeType="withEffect">
                                  <p:stCondLst>
                                    <p:cond delay="0"/>
                                  </p:stCondLst>
                                  <p:childTnLst>
                                    <p:animClr clrSpc="rgb" dir="cw">
                                      <p:cBhvr>
                                        <p:cTn id="33" dur="500" fill="hold"/>
                                        <p:tgtEl>
                                          <p:spTgt spid="14"/>
                                        </p:tgtEl>
                                        <p:attrNameLst>
                                          <p:attrName>fillcolor</p:attrName>
                                        </p:attrNameLst>
                                      </p:cBhvr>
                                      <p:to>
                                        <a:schemeClr val="accent2"/>
                                      </p:to>
                                    </p:animClr>
                                    <p:set>
                                      <p:cBhvr>
                                        <p:cTn id="34" dur="500" fill="hold"/>
                                        <p:tgtEl>
                                          <p:spTgt spid="14"/>
                                        </p:tgtEl>
                                        <p:attrNameLst>
                                          <p:attrName>fill.type</p:attrName>
                                        </p:attrNameLst>
                                      </p:cBhvr>
                                      <p:to>
                                        <p:strVal val="solid"/>
                                      </p:to>
                                    </p:set>
                                    <p:set>
                                      <p:cBhvr>
                                        <p:cTn id="35" dur="500" fill="hold"/>
                                        <p:tgtEl>
                                          <p:spTgt spid="14"/>
                                        </p:tgtEl>
                                        <p:attrNameLst>
                                          <p:attrName>fill.on</p:attrName>
                                        </p:attrNameLst>
                                      </p:cBhvr>
                                      <p:to>
                                        <p:strVal val="true"/>
                                      </p:to>
                                    </p:se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nodeType="clickEffect">
                                  <p:stCondLst>
                                    <p:cond delay="0"/>
                                  </p:stCondLst>
                                  <p:childTnLst>
                                    <p:set>
                                      <p:cBhvr>
                                        <p:cTn id="39" dur="1" fill="hold">
                                          <p:stCondLst>
                                            <p:cond delay="0"/>
                                          </p:stCondLst>
                                        </p:cTn>
                                        <p:tgtEl>
                                          <p:spTgt spid="34"/>
                                        </p:tgtEl>
                                        <p:attrNameLst>
                                          <p:attrName>style.visibility</p:attrName>
                                        </p:attrNameLst>
                                      </p:cBhvr>
                                      <p:to>
                                        <p:strVal val="visible"/>
                                      </p:to>
                                    </p:set>
                                    <p:animEffect transition="in" filter="dissolve">
                                      <p:cBhvr>
                                        <p:cTn id="40" dur="500"/>
                                        <p:tgtEl>
                                          <p:spTgt spid="34"/>
                                        </p:tgtEl>
                                      </p:cBhvr>
                                    </p:animEffect>
                                  </p:childTnLst>
                                </p:cTn>
                              </p:par>
                              <p:par>
                                <p:cTn id="41" presetID="9" presetClass="entr" presetSubtype="0" fill="hold" grpId="0" nodeType="withEffect">
                                  <p:stCondLst>
                                    <p:cond delay="0"/>
                                  </p:stCondLst>
                                  <p:childTnLst>
                                    <p:set>
                                      <p:cBhvr>
                                        <p:cTn id="42" dur="1" fill="hold">
                                          <p:stCondLst>
                                            <p:cond delay="0"/>
                                          </p:stCondLst>
                                        </p:cTn>
                                        <p:tgtEl>
                                          <p:spTgt spid="32"/>
                                        </p:tgtEl>
                                        <p:attrNameLst>
                                          <p:attrName>style.visibility</p:attrName>
                                        </p:attrNameLst>
                                      </p:cBhvr>
                                      <p:to>
                                        <p:strVal val="visible"/>
                                      </p:to>
                                    </p:set>
                                    <p:animEffect transition="in" filter="dissolve">
                                      <p:cBhvr>
                                        <p:cTn id="43" dur="500"/>
                                        <p:tgtEl>
                                          <p:spTgt spid="32"/>
                                        </p:tgtEl>
                                      </p:cBhvr>
                                    </p:animEffect>
                                  </p:childTnLst>
                                </p:cTn>
                              </p:par>
                              <p:par>
                                <p:cTn id="44" presetID="9" presetClass="entr" presetSubtype="0" fill="hold" grpId="0" nodeType="withEffect">
                                  <p:stCondLst>
                                    <p:cond delay="0"/>
                                  </p:stCondLst>
                                  <p:childTnLst>
                                    <p:set>
                                      <p:cBhvr>
                                        <p:cTn id="45" dur="1" fill="hold">
                                          <p:stCondLst>
                                            <p:cond delay="0"/>
                                          </p:stCondLst>
                                        </p:cTn>
                                        <p:tgtEl>
                                          <p:spTgt spid="42"/>
                                        </p:tgtEl>
                                        <p:attrNameLst>
                                          <p:attrName>style.visibility</p:attrName>
                                        </p:attrNameLst>
                                      </p:cBhvr>
                                      <p:to>
                                        <p:strVal val="visible"/>
                                      </p:to>
                                    </p:set>
                                    <p:animEffect transition="in" filter="dissolve">
                                      <p:cBhvr>
                                        <p:cTn id="46" dur="500"/>
                                        <p:tgtEl>
                                          <p:spTgt spid="42"/>
                                        </p:tgtEl>
                                      </p:cBhvr>
                                    </p:animEffect>
                                  </p:childTnLst>
                                </p:cTn>
                              </p:par>
                              <p:par>
                                <p:cTn id="47" presetID="9" presetClass="entr" presetSubtype="0" fill="hold" nodeType="withEffect">
                                  <p:stCondLst>
                                    <p:cond delay="0"/>
                                  </p:stCondLst>
                                  <p:childTnLst>
                                    <p:set>
                                      <p:cBhvr>
                                        <p:cTn id="48" dur="1" fill="hold">
                                          <p:stCondLst>
                                            <p:cond delay="0"/>
                                          </p:stCondLst>
                                        </p:cTn>
                                        <p:tgtEl>
                                          <p:spTgt spid="5"/>
                                        </p:tgtEl>
                                        <p:attrNameLst>
                                          <p:attrName>style.visibility</p:attrName>
                                        </p:attrNameLst>
                                      </p:cBhvr>
                                      <p:to>
                                        <p:strVal val="visible"/>
                                      </p:to>
                                    </p:set>
                                    <p:animEffect transition="in" filter="dissolve">
                                      <p:cBhvr>
                                        <p:cTn id="49" dur="500"/>
                                        <p:tgtEl>
                                          <p:spTgt spid="5"/>
                                        </p:tgtEl>
                                      </p:cBhvr>
                                    </p:animEffect>
                                  </p:childTnLst>
                                </p:cTn>
                              </p:par>
                              <p:par>
                                <p:cTn id="50" presetID="1" presetClass="emph" presetSubtype="2" fill="hold" nodeType="withEffect">
                                  <p:stCondLst>
                                    <p:cond delay="0"/>
                                  </p:stCondLst>
                                  <p:childTnLst>
                                    <p:animClr clrSpc="rgb" dir="cw">
                                      <p:cBhvr>
                                        <p:cTn id="51" dur="500" fill="hold"/>
                                        <p:tgtEl>
                                          <p:spTgt spid="15"/>
                                        </p:tgtEl>
                                        <p:attrNameLst>
                                          <p:attrName>fillcolor</p:attrName>
                                        </p:attrNameLst>
                                      </p:cBhvr>
                                      <p:to>
                                        <a:schemeClr val="accent2"/>
                                      </p:to>
                                    </p:animClr>
                                    <p:set>
                                      <p:cBhvr>
                                        <p:cTn id="52" dur="500" fill="hold"/>
                                        <p:tgtEl>
                                          <p:spTgt spid="15"/>
                                        </p:tgtEl>
                                        <p:attrNameLst>
                                          <p:attrName>fill.type</p:attrName>
                                        </p:attrNameLst>
                                      </p:cBhvr>
                                      <p:to>
                                        <p:strVal val="solid"/>
                                      </p:to>
                                    </p:set>
                                    <p:set>
                                      <p:cBhvr>
                                        <p:cTn id="53" dur="500" fill="hold"/>
                                        <p:tgtEl>
                                          <p:spTgt spid="15"/>
                                        </p:tgtEl>
                                        <p:attrNameLst>
                                          <p:attrName>fill.on</p:attrName>
                                        </p:attrNameLst>
                                      </p:cBhvr>
                                      <p:to>
                                        <p:strVal val="true"/>
                                      </p:to>
                                    </p:set>
                                  </p:childTnLst>
                                </p:cTn>
                              </p:par>
                            </p:childTnLst>
                          </p:cTn>
                        </p:par>
                      </p:childTnLst>
                    </p:cTn>
                  </p:par>
                  <p:par>
                    <p:cTn id="54" fill="hold">
                      <p:stCondLst>
                        <p:cond delay="indefinite"/>
                      </p:stCondLst>
                      <p:childTnLst>
                        <p:par>
                          <p:cTn id="55" fill="hold">
                            <p:stCondLst>
                              <p:cond delay="0"/>
                            </p:stCondLst>
                            <p:childTnLst>
                              <p:par>
                                <p:cTn id="56" presetID="9" presetClass="entr" presetSubtype="0" fill="hold" nodeType="clickEffect">
                                  <p:stCondLst>
                                    <p:cond delay="0"/>
                                  </p:stCondLst>
                                  <p:childTnLst>
                                    <p:set>
                                      <p:cBhvr>
                                        <p:cTn id="57" dur="1" fill="hold">
                                          <p:stCondLst>
                                            <p:cond delay="0"/>
                                          </p:stCondLst>
                                        </p:cTn>
                                        <p:tgtEl>
                                          <p:spTgt spid="41"/>
                                        </p:tgtEl>
                                        <p:attrNameLst>
                                          <p:attrName>style.visibility</p:attrName>
                                        </p:attrNameLst>
                                      </p:cBhvr>
                                      <p:to>
                                        <p:strVal val="visible"/>
                                      </p:to>
                                    </p:set>
                                    <p:animEffect transition="in" filter="dissolve">
                                      <p:cBhvr>
                                        <p:cTn id="58" dur="500"/>
                                        <p:tgtEl>
                                          <p:spTgt spid="41"/>
                                        </p:tgtEl>
                                      </p:cBhvr>
                                    </p:animEffect>
                                  </p:childTnLst>
                                </p:cTn>
                              </p:par>
                              <p:par>
                                <p:cTn id="59" presetID="9" presetClass="entr" presetSubtype="0" fill="hold" grpId="0" nodeType="withEffect">
                                  <p:stCondLst>
                                    <p:cond delay="0"/>
                                  </p:stCondLst>
                                  <p:childTnLst>
                                    <p:set>
                                      <p:cBhvr>
                                        <p:cTn id="60" dur="1" fill="hold">
                                          <p:stCondLst>
                                            <p:cond delay="0"/>
                                          </p:stCondLst>
                                        </p:cTn>
                                        <p:tgtEl>
                                          <p:spTgt spid="43"/>
                                        </p:tgtEl>
                                        <p:attrNameLst>
                                          <p:attrName>style.visibility</p:attrName>
                                        </p:attrNameLst>
                                      </p:cBhvr>
                                      <p:to>
                                        <p:strVal val="visible"/>
                                      </p:to>
                                    </p:set>
                                    <p:animEffect transition="in" filter="dissolve">
                                      <p:cBhvr>
                                        <p:cTn id="61" dur="500"/>
                                        <p:tgtEl>
                                          <p:spTgt spid="43"/>
                                        </p:tgtEl>
                                      </p:cBhvr>
                                    </p:animEffect>
                                  </p:childTnLst>
                                </p:cTn>
                              </p:par>
                              <p:par>
                                <p:cTn id="62" presetID="9" presetClass="entr" presetSubtype="0" fill="hold" nodeType="withEffect">
                                  <p:stCondLst>
                                    <p:cond delay="0"/>
                                  </p:stCondLst>
                                  <p:childTnLst>
                                    <p:set>
                                      <p:cBhvr>
                                        <p:cTn id="63" dur="1" fill="hold">
                                          <p:stCondLst>
                                            <p:cond delay="0"/>
                                          </p:stCondLst>
                                        </p:cTn>
                                        <p:tgtEl>
                                          <p:spTgt spid="36"/>
                                        </p:tgtEl>
                                        <p:attrNameLst>
                                          <p:attrName>style.visibility</p:attrName>
                                        </p:attrNameLst>
                                      </p:cBhvr>
                                      <p:to>
                                        <p:strVal val="visible"/>
                                      </p:to>
                                    </p:set>
                                    <p:animEffect transition="in" filter="dissolve">
                                      <p:cBhvr>
                                        <p:cTn id="64" dur="500"/>
                                        <p:tgtEl>
                                          <p:spTgt spid="36"/>
                                        </p:tgtEl>
                                      </p:cBhvr>
                                    </p:animEffect>
                                  </p:childTnLst>
                                </p:cTn>
                              </p:par>
                              <p:par>
                                <p:cTn id="65" presetID="9" presetClass="entr" presetSubtype="0" fill="hold" grpId="0" nodeType="withEffect">
                                  <p:stCondLst>
                                    <p:cond delay="0"/>
                                  </p:stCondLst>
                                  <p:childTnLst>
                                    <p:set>
                                      <p:cBhvr>
                                        <p:cTn id="66" dur="1" fill="hold">
                                          <p:stCondLst>
                                            <p:cond delay="0"/>
                                          </p:stCondLst>
                                        </p:cTn>
                                        <p:tgtEl>
                                          <p:spTgt spid="27"/>
                                        </p:tgtEl>
                                        <p:attrNameLst>
                                          <p:attrName>style.visibility</p:attrName>
                                        </p:attrNameLst>
                                      </p:cBhvr>
                                      <p:to>
                                        <p:strVal val="visible"/>
                                      </p:to>
                                    </p:set>
                                    <p:animEffect transition="in" filter="dissolve">
                                      <p:cBhvr>
                                        <p:cTn id="67" dur="500"/>
                                        <p:tgtEl>
                                          <p:spTgt spid="27"/>
                                        </p:tgtEl>
                                      </p:cBhvr>
                                    </p:animEffect>
                                  </p:childTnLst>
                                </p:cTn>
                              </p:par>
                              <p:par>
                                <p:cTn id="68" presetID="1" presetClass="emph" presetSubtype="2" fill="hold" nodeType="withEffect">
                                  <p:stCondLst>
                                    <p:cond delay="0"/>
                                  </p:stCondLst>
                                  <p:childTnLst>
                                    <p:animClr clrSpc="rgb" dir="cw">
                                      <p:cBhvr>
                                        <p:cTn id="69" dur="500" fill="hold"/>
                                        <p:tgtEl>
                                          <p:spTgt spid="50"/>
                                        </p:tgtEl>
                                        <p:attrNameLst>
                                          <p:attrName>fillcolor</p:attrName>
                                        </p:attrNameLst>
                                      </p:cBhvr>
                                      <p:to>
                                        <a:schemeClr val="accent2"/>
                                      </p:to>
                                    </p:animClr>
                                    <p:set>
                                      <p:cBhvr>
                                        <p:cTn id="70" dur="500" fill="hold"/>
                                        <p:tgtEl>
                                          <p:spTgt spid="50"/>
                                        </p:tgtEl>
                                        <p:attrNameLst>
                                          <p:attrName>fill.type</p:attrName>
                                        </p:attrNameLst>
                                      </p:cBhvr>
                                      <p:to>
                                        <p:strVal val="solid"/>
                                      </p:to>
                                    </p:set>
                                    <p:set>
                                      <p:cBhvr>
                                        <p:cTn id="71" dur="500" fill="hold"/>
                                        <p:tgtEl>
                                          <p:spTgt spid="50"/>
                                        </p:tgtEl>
                                        <p:attrNameLst>
                                          <p:attrName>fill.on</p:attrName>
                                        </p:attrNameLst>
                                      </p:cBhvr>
                                      <p:to>
                                        <p:strVal val="true"/>
                                      </p:to>
                                    </p:set>
                                  </p:childTnLst>
                                </p:cTn>
                              </p:par>
                            </p:childTnLst>
                          </p:cTn>
                        </p:par>
                      </p:childTnLst>
                    </p:cTn>
                  </p:par>
                  <p:par>
                    <p:cTn id="72" fill="hold">
                      <p:stCondLst>
                        <p:cond delay="indefinite"/>
                      </p:stCondLst>
                      <p:childTnLst>
                        <p:par>
                          <p:cTn id="73" fill="hold">
                            <p:stCondLst>
                              <p:cond delay="0"/>
                            </p:stCondLst>
                            <p:childTnLst>
                              <p:par>
                                <p:cTn id="74" presetID="9" presetClass="entr" presetSubtype="0" fill="hold" nodeType="clickEffect">
                                  <p:stCondLst>
                                    <p:cond delay="0"/>
                                  </p:stCondLst>
                                  <p:childTnLst>
                                    <p:set>
                                      <p:cBhvr>
                                        <p:cTn id="75" dur="1" fill="hold">
                                          <p:stCondLst>
                                            <p:cond delay="0"/>
                                          </p:stCondLst>
                                        </p:cTn>
                                        <p:tgtEl>
                                          <p:spTgt spid="4"/>
                                        </p:tgtEl>
                                        <p:attrNameLst>
                                          <p:attrName>style.visibility</p:attrName>
                                        </p:attrNameLst>
                                      </p:cBhvr>
                                      <p:to>
                                        <p:strVal val="visible"/>
                                      </p:to>
                                    </p:set>
                                    <p:animEffect transition="in" filter="dissolve">
                                      <p:cBhvr>
                                        <p:cTn id="76" dur="500"/>
                                        <p:tgtEl>
                                          <p:spTgt spid="4"/>
                                        </p:tgtEl>
                                      </p:cBhvr>
                                    </p:animEffect>
                                  </p:childTnLst>
                                </p:cTn>
                              </p:par>
                              <p:par>
                                <p:cTn id="77" presetID="9" presetClass="entr" presetSubtype="0" fill="hold" grpId="0" nodeType="withEffect">
                                  <p:stCondLst>
                                    <p:cond delay="0"/>
                                  </p:stCondLst>
                                  <p:childTnLst>
                                    <p:set>
                                      <p:cBhvr>
                                        <p:cTn id="78" dur="1" fill="hold">
                                          <p:stCondLst>
                                            <p:cond delay="0"/>
                                          </p:stCondLst>
                                        </p:cTn>
                                        <p:tgtEl>
                                          <p:spTgt spid="44"/>
                                        </p:tgtEl>
                                        <p:attrNameLst>
                                          <p:attrName>style.visibility</p:attrName>
                                        </p:attrNameLst>
                                      </p:cBhvr>
                                      <p:to>
                                        <p:strVal val="visible"/>
                                      </p:to>
                                    </p:set>
                                    <p:animEffect transition="in" filter="dissolve">
                                      <p:cBhvr>
                                        <p:cTn id="79" dur="500"/>
                                        <p:tgtEl>
                                          <p:spTgt spid="44"/>
                                        </p:tgtEl>
                                      </p:cBhvr>
                                    </p:animEffect>
                                  </p:childTnLst>
                                </p:cTn>
                              </p:par>
                              <p:par>
                                <p:cTn id="80" presetID="9" presetClass="entr" presetSubtype="0" fill="hold" nodeType="withEffect">
                                  <p:stCondLst>
                                    <p:cond delay="0"/>
                                  </p:stCondLst>
                                  <p:childTnLst>
                                    <p:set>
                                      <p:cBhvr>
                                        <p:cTn id="81" dur="1" fill="hold">
                                          <p:stCondLst>
                                            <p:cond delay="0"/>
                                          </p:stCondLst>
                                        </p:cTn>
                                        <p:tgtEl>
                                          <p:spTgt spid="37"/>
                                        </p:tgtEl>
                                        <p:attrNameLst>
                                          <p:attrName>style.visibility</p:attrName>
                                        </p:attrNameLst>
                                      </p:cBhvr>
                                      <p:to>
                                        <p:strVal val="visible"/>
                                      </p:to>
                                    </p:set>
                                    <p:animEffect transition="in" filter="dissolve">
                                      <p:cBhvr>
                                        <p:cTn id="82" dur="500"/>
                                        <p:tgtEl>
                                          <p:spTgt spid="37"/>
                                        </p:tgtEl>
                                      </p:cBhvr>
                                    </p:animEffect>
                                  </p:childTnLst>
                                </p:cTn>
                              </p:par>
                              <p:par>
                                <p:cTn id="83" presetID="9" presetClass="entr" presetSubtype="0" fill="hold" grpId="0" nodeType="withEffect">
                                  <p:stCondLst>
                                    <p:cond delay="0"/>
                                  </p:stCondLst>
                                  <p:childTnLst>
                                    <p:set>
                                      <p:cBhvr>
                                        <p:cTn id="84" dur="1" fill="hold">
                                          <p:stCondLst>
                                            <p:cond delay="0"/>
                                          </p:stCondLst>
                                        </p:cTn>
                                        <p:tgtEl>
                                          <p:spTgt spid="28"/>
                                        </p:tgtEl>
                                        <p:attrNameLst>
                                          <p:attrName>style.visibility</p:attrName>
                                        </p:attrNameLst>
                                      </p:cBhvr>
                                      <p:to>
                                        <p:strVal val="visible"/>
                                      </p:to>
                                    </p:set>
                                    <p:animEffect transition="in" filter="dissolve">
                                      <p:cBhvr>
                                        <p:cTn id="85" dur="500"/>
                                        <p:tgtEl>
                                          <p:spTgt spid="28"/>
                                        </p:tgtEl>
                                      </p:cBhvr>
                                    </p:animEffect>
                                  </p:childTnLst>
                                </p:cTn>
                              </p:par>
                              <p:par>
                                <p:cTn id="86" presetID="1" presetClass="emph" presetSubtype="2" fill="hold" nodeType="withEffect">
                                  <p:stCondLst>
                                    <p:cond delay="0"/>
                                  </p:stCondLst>
                                  <p:childTnLst>
                                    <p:animClr clrSpc="rgb" dir="cw">
                                      <p:cBhvr>
                                        <p:cTn id="87" dur="500" fill="hold"/>
                                        <p:tgtEl>
                                          <p:spTgt spid="13"/>
                                        </p:tgtEl>
                                        <p:attrNameLst>
                                          <p:attrName>fillcolor</p:attrName>
                                        </p:attrNameLst>
                                      </p:cBhvr>
                                      <p:to>
                                        <a:schemeClr val="accent2"/>
                                      </p:to>
                                    </p:animClr>
                                    <p:set>
                                      <p:cBhvr>
                                        <p:cTn id="88" dur="500" fill="hold"/>
                                        <p:tgtEl>
                                          <p:spTgt spid="13"/>
                                        </p:tgtEl>
                                        <p:attrNameLst>
                                          <p:attrName>fill.type</p:attrName>
                                        </p:attrNameLst>
                                      </p:cBhvr>
                                      <p:to>
                                        <p:strVal val="solid"/>
                                      </p:to>
                                    </p:set>
                                    <p:set>
                                      <p:cBhvr>
                                        <p:cTn id="89" dur="500" fill="hold"/>
                                        <p:tgtEl>
                                          <p:spTgt spid="13"/>
                                        </p:tgtEl>
                                        <p:attrNameLst>
                                          <p:attrName>fill.on</p:attrName>
                                        </p:attrNameLst>
                                      </p:cBhvr>
                                      <p:to>
                                        <p:strVal val="true"/>
                                      </p:to>
                                    </p:set>
                                  </p:childTnLst>
                                </p:cTn>
                              </p:par>
                            </p:childTnLst>
                          </p:cTn>
                        </p:par>
                      </p:childTnLst>
                    </p:cTn>
                  </p:par>
                  <p:par>
                    <p:cTn id="90" fill="hold">
                      <p:stCondLst>
                        <p:cond delay="indefinite"/>
                      </p:stCondLst>
                      <p:childTnLst>
                        <p:par>
                          <p:cTn id="91" fill="hold">
                            <p:stCondLst>
                              <p:cond delay="0"/>
                            </p:stCondLst>
                            <p:childTnLst>
                              <p:par>
                                <p:cTn id="92" presetID="9" presetClass="entr" presetSubtype="0" fill="hold" nodeType="clickEffect">
                                  <p:stCondLst>
                                    <p:cond delay="0"/>
                                  </p:stCondLst>
                                  <p:childTnLst>
                                    <p:set>
                                      <p:cBhvr>
                                        <p:cTn id="93" dur="1" fill="hold">
                                          <p:stCondLst>
                                            <p:cond delay="0"/>
                                          </p:stCondLst>
                                        </p:cTn>
                                        <p:tgtEl>
                                          <p:spTgt spid="39"/>
                                        </p:tgtEl>
                                        <p:attrNameLst>
                                          <p:attrName>style.visibility</p:attrName>
                                        </p:attrNameLst>
                                      </p:cBhvr>
                                      <p:to>
                                        <p:strVal val="visible"/>
                                      </p:to>
                                    </p:set>
                                    <p:animEffect transition="in" filter="dissolve">
                                      <p:cBhvr>
                                        <p:cTn id="94" dur="500"/>
                                        <p:tgtEl>
                                          <p:spTgt spid="39"/>
                                        </p:tgtEl>
                                      </p:cBhvr>
                                    </p:animEffect>
                                  </p:childTnLst>
                                </p:cTn>
                              </p:par>
                              <p:par>
                                <p:cTn id="95" presetID="9" presetClass="entr" presetSubtype="0" fill="hold" grpId="0" nodeType="withEffect">
                                  <p:stCondLst>
                                    <p:cond delay="0"/>
                                  </p:stCondLst>
                                  <p:childTnLst>
                                    <p:set>
                                      <p:cBhvr>
                                        <p:cTn id="96" dur="1" fill="hold">
                                          <p:stCondLst>
                                            <p:cond delay="0"/>
                                          </p:stCondLst>
                                        </p:cTn>
                                        <p:tgtEl>
                                          <p:spTgt spid="29"/>
                                        </p:tgtEl>
                                        <p:attrNameLst>
                                          <p:attrName>style.visibility</p:attrName>
                                        </p:attrNameLst>
                                      </p:cBhvr>
                                      <p:to>
                                        <p:strVal val="visible"/>
                                      </p:to>
                                    </p:set>
                                    <p:animEffect transition="in" filter="dissolve">
                                      <p:cBhvr>
                                        <p:cTn id="97" dur="500"/>
                                        <p:tgtEl>
                                          <p:spTgt spid="29"/>
                                        </p:tgtEl>
                                      </p:cBhvr>
                                    </p:animEffect>
                                  </p:childTnLst>
                                </p:cTn>
                              </p:par>
                              <p:par>
                                <p:cTn id="98" presetID="9" presetClass="entr" presetSubtype="0" fill="hold" nodeType="withEffect">
                                  <p:stCondLst>
                                    <p:cond delay="0"/>
                                  </p:stCondLst>
                                  <p:childTnLst>
                                    <p:set>
                                      <p:cBhvr>
                                        <p:cTn id="99" dur="1" fill="hold">
                                          <p:stCondLst>
                                            <p:cond delay="0"/>
                                          </p:stCondLst>
                                        </p:cTn>
                                        <p:tgtEl>
                                          <p:spTgt spid="7"/>
                                        </p:tgtEl>
                                        <p:attrNameLst>
                                          <p:attrName>style.visibility</p:attrName>
                                        </p:attrNameLst>
                                      </p:cBhvr>
                                      <p:to>
                                        <p:strVal val="visible"/>
                                      </p:to>
                                    </p:set>
                                    <p:animEffect transition="in" filter="dissolve">
                                      <p:cBhvr>
                                        <p:cTn id="100" dur="500"/>
                                        <p:tgtEl>
                                          <p:spTgt spid="7"/>
                                        </p:tgtEl>
                                      </p:cBhvr>
                                    </p:animEffect>
                                  </p:childTnLst>
                                </p:cTn>
                              </p:par>
                              <p:par>
                                <p:cTn id="101" presetID="9" presetClass="entr" presetSubtype="0" fill="hold" grpId="0" nodeType="withEffect">
                                  <p:stCondLst>
                                    <p:cond delay="0"/>
                                  </p:stCondLst>
                                  <p:childTnLst>
                                    <p:set>
                                      <p:cBhvr>
                                        <p:cTn id="102" dur="1" fill="hold">
                                          <p:stCondLst>
                                            <p:cond delay="0"/>
                                          </p:stCondLst>
                                        </p:cTn>
                                        <p:tgtEl>
                                          <p:spTgt spid="45"/>
                                        </p:tgtEl>
                                        <p:attrNameLst>
                                          <p:attrName>style.visibility</p:attrName>
                                        </p:attrNameLst>
                                      </p:cBhvr>
                                      <p:to>
                                        <p:strVal val="visible"/>
                                      </p:to>
                                    </p:set>
                                    <p:animEffect transition="in" filter="dissolve">
                                      <p:cBhvr>
                                        <p:cTn id="103" dur="500"/>
                                        <p:tgtEl>
                                          <p:spTgt spid="45"/>
                                        </p:tgtEl>
                                      </p:cBhvr>
                                    </p:animEffect>
                                  </p:childTnLst>
                                </p:cTn>
                              </p:par>
                              <p:par>
                                <p:cTn id="104" presetID="1" presetClass="emph" presetSubtype="2" fill="hold" nodeType="withEffect">
                                  <p:stCondLst>
                                    <p:cond delay="0"/>
                                  </p:stCondLst>
                                  <p:childTnLst>
                                    <p:animClr clrSpc="rgb" dir="cw">
                                      <p:cBhvr>
                                        <p:cTn id="105" dur="500" fill="hold"/>
                                        <p:tgtEl>
                                          <p:spTgt spid="17"/>
                                        </p:tgtEl>
                                        <p:attrNameLst>
                                          <p:attrName>fillcolor</p:attrName>
                                        </p:attrNameLst>
                                      </p:cBhvr>
                                      <p:to>
                                        <a:schemeClr val="accent2"/>
                                      </p:to>
                                    </p:animClr>
                                    <p:set>
                                      <p:cBhvr>
                                        <p:cTn id="106" dur="500" fill="hold"/>
                                        <p:tgtEl>
                                          <p:spTgt spid="17"/>
                                        </p:tgtEl>
                                        <p:attrNameLst>
                                          <p:attrName>fill.type</p:attrName>
                                        </p:attrNameLst>
                                      </p:cBhvr>
                                      <p:to>
                                        <p:strVal val="solid"/>
                                      </p:to>
                                    </p:set>
                                    <p:set>
                                      <p:cBhvr>
                                        <p:cTn id="107" dur="500" fill="hold"/>
                                        <p:tgtEl>
                                          <p:spTgt spid="17"/>
                                        </p:tgtEl>
                                        <p:attrNameLst>
                                          <p:attrName>fill.on</p:attrName>
                                        </p:attrNameLst>
                                      </p:cBhvr>
                                      <p:to>
                                        <p:strVal val="true"/>
                                      </p:to>
                                    </p:set>
                                  </p:childTnLst>
                                </p:cTn>
                              </p:par>
                            </p:childTnLst>
                          </p:cTn>
                        </p:par>
                      </p:childTnLst>
                    </p:cTn>
                  </p:par>
                  <p:par>
                    <p:cTn id="108" fill="hold">
                      <p:stCondLst>
                        <p:cond delay="indefinite"/>
                      </p:stCondLst>
                      <p:childTnLst>
                        <p:par>
                          <p:cTn id="109" fill="hold">
                            <p:stCondLst>
                              <p:cond delay="0"/>
                            </p:stCondLst>
                            <p:childTnLst>
                              <p:par>
                                <p:cTn id="110" presetID="9" presetClass="entr" presetSubtype="0" fill="hold" grpId="0" nodeType="clickEffect">
                                  <p:stCondLst>
                                    <p:cond delay="0"/>
                                  </p:stCondLst>
                                  <p:childTnLst>
                                    <p:set>
                                      <p:cBhvr>
                                        <p:cTn id="111" dur="1" fill="hold">
                                          <p:stCondLst>
                                            <p:cond delay="0"/>
                                          </p:stCondLst>
                                        </p:cTn>
                                        <p:tgtEl>
                                          <p:spTgt spid="46"/>
                                        </p:tgtEl>
                                        <p:attrNameLst>
                                          <p:attrName>style.visibility</p:attrName>
                                        </p:attrNameLst>
                                      </p:cBhvr>
                                      <p:to>
                                        <p:strVal val="visible"/>
                                      </p:to>
                                    </p:set>
                                    <p:animEffect transition="in" filter="dissolve">
                                      <p:cBhvr>
                                        <p:cTn id="112" dur="500"/>
                                        <p:tgtEl>
                                          <p:spTgt spid="46"/>
                                        </p:tgtEl>
                                      </p:cBhvr>
                                    </p:animEffect>
                                  </p:childTnLst>
                                </p:cTn>
                              </p:par>
                              <p:par>
                                <p:cTn id="113" presetID="9" presetClass="entr" presetSubtype="0" fill="hold" nodeType="withEffect">
                                  <p:stCondLst>
                                    <p:cond delay="0"/>
                                  </p:stCondLst>
                                  <p:childTnLst>
                                    <p:set>
                                      <p:cBhvr>
                                        <p:cTn id="114" dur="1" fill="hold">
                                          <p:stCondLst>
                                            <p:cond delay="0"/>
                                          </p:stCondLst>
                                        </p:cTn>
                                        <p:tgtEl>
                                          <p:spTgt spid="6"/>
                                        </p:tgtEl>
                                        <p:attrNameLst>
                                          <p:attrName>style.visibility</p:attrName>
                                        </p:attrNameLst>
                                      </p:cBhvr>
                                      <p:to>
                                        <p:strVal val="visible"/>
                                      </p:to>
                                    </p:set>
                                    <p:animEffect transition="in" filter="dissolve">
                                      <p:cBhvr>
                                        <p:cTn id="115" dur="500"/>
                                        <p:tgtEl>
                                          <p:spTgt spid="6"/>
                                        </p:tgtEl>
                                      </p:cBhvr>
                                    </p:animEffect>
                                  </p:childTnLst>
                                </p:cTn>
                              </p:par>
                              <p:par>
                                <p:cTn id="116" presetID="9" presetClass="entr" presetSubtype="0" fill="hold" nodeType="withEffect">
                                  <p:stCondLst>
                                    <p:cond delay="0"/>
                                  </p:stCondLst>
                                  <p:childTnLst>
                                    <p:set>
                                      <p:cBhvr>
                                        <p:cTn id="117" dur="1" fill="hold">
                                          <p:stCondLst>
                                            <p:cond delay="0"/>
                                          </p:stCondLst>
                                        </p:cTn>
                                        <p:tgtEl>
                                          <p:spTgt spid="38"/>
                                        </p:tgtEl>
                                        <p:attrNameLst>
                                          <p:attrName>style.visibility</p:attrName>
                                        </p:attrNameLst>
                                      </p:cBhvr>
                                      <p:to>
                                        <p:strVal val="visible"/>
                                      </p:to>
                                    </p:set>
                                    <p:animEffect transition="in" filter="dissolve">
                                      <p:cBhvr>
                                        <p:cTn id="118" dur="500"/>
                                        <p:tgtEl>
                                          <p:spTgt spid="38"/>
                                        </p:tgtEl>
                                      </p:cBhvr>
                                    </p:animEffect>
                                  </p:childTnLst>
                                </p:cTn>
                              </p:par>
                              <p:par>
                                <p:cTn id="119" presetID="9" presetClass="entr" presetSubtype="0" fill="hold" grpId="0" nodeType="withEffect">
                                  <p:stCondLst>
                                    <p:cond delay="0"/>
                                  </p:stCondLst>
                                  <p:childTnLst>
                                    <p:set>
                                      <p:cBhvr>
                                        <p:cTn id="120" dur="1" fill="hold">
                                          <p:stCondLst>
                                            <p:cond delay="0"/>
                                          </p:stCondLst>
                                        </p:cTn>
                                        <p:tgtEl>
                                          <p:spTgt spid="30"/>
                                        </p:tgtEl>
                                        <p:attrNameLst>
                                          <p:attrName>style.visibility</p:attrName>
                                        </p:attrNameLst>
                                      </p:cBhvr>
                                      <p:to>
                                        <p:strVal val="visible"/>
                                      </p:to>
                                    </p:set>
                                    <p:animEffect transition="in" filter="dissolve">
                                      <p:cBhvr>
                                        <p:cTn id="121" dur="500"/>
                                        <p:tgtEl>
                                          <p:spTgt spid="30"/>
                                        </p:tgtEl>
                                      </p:cBhvr>
                                    </p:animEffect>
                                  </p:childTnLst>
                                </p:cTn>
                              </p:par>
                              <p:par>
                                <p:cTn id="122" presetID="1" presetClass="emph" presetSubtype="2" fill="hold" nodeType="withEffect">
                                  <p:stCondLst>
                                    <p:cond delay="0"/>
                                  </p:stCondLst>
                                  <p:childTnLst>
                                    <p:animClr clrSpc="rgb" dir="cw">
                                      <p:cBhvr>
                                        <p:cTn id="123" dur="500" fill="hold"/>
                                        <p:tgtEl>
                                          <p:spTgt spid="16"/>
                                        </p:tgtEl>
                                        <p:attrNameLst>
                                          <p:attrName>fillcolor</p:attrName>
                                        </p:attrNameLst>
                                      </p:cBhvr>
                                      <p:to>
                                        <a:schemeClr val="accent2"/>
                                      </p:to>
                                    </p:animClr>
                                    <p:set>
                                      <p:cBhvr>
                                        <p:cTn id="124" dur="500" fill="hold"/>
                                        <p:tgtEl>
                                          <p:spTgt spid="16"/>
                                        </p:tgtEl>
                                        <p:attrNameLst>
                                          <p:attrName>fill.type</p:attrName>
                                        </p:attrNameLst>
                                      </p:cBhvr>
                                      <p:to>
                                        <p:strVal val="solid"/>
                                      </p:to>
                                    </p:set>
                                    <p:set>
                                      <p:cBhvr>
                                        <p:cTn id="125" dur="500" fill="hold"/>
                                        <p:tgtEl>
                                          <p:spTgt spid="16"/>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animBg="1"/>
      <p:bldP spid="29" grpId="0" animBg="1"/>
      <p:bldP spid="30" grpId="0" animBg="1"/>
      <p:bldP spid="31" grpId="0" animBg="1"/>
      <p:bldP spid="32" grpId="0" animBg="1"/>
      <p:bldP spid="33" grpId="0" animBg="1"/>
      <p:bldP spid="42" grpId="0"/>
      <p:bldP spid="43" grpId="0"/>
      <p:bldP spid="44" grpId="0"/>
      <p:bldP spid="45" grpId="0"/>
      <p:bldP spid="46" grpId="0"/>
      <p:bldP spid="47" grpId="0"/>
      <p:bldP spid="4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E7388A9-E74E-EB37-65B0-415BCDB1D362}"/>
              </a:ext>
            </a:extLst>
          </p:cNvPr>
          <p:cNvSpPr>
            <a:spLocks noGrp="1"/>
          </p:cNvSpPr>
          <p:nvPr>
            <p:ph type="title"/>
          </p:nvPr>
        </p:nvSpPr>
        <p:spPr>
          <a:xfrm>
            <a:off x="277895" y="109030"/>
            <a:ext cx="9778315" cy="667131"/>
          </a:xfrm>
        </p:spPr>
        <p:txBody>
          <a:bodyPr>
            <a:normAutofit fontScale="90000"/>
          </a:bodyPr>
          <a:lstStyle/>
          <a:p>
            <a:r>
              <a:rPr lang="ja-JP" altLang="ja-JP">
                <a:latin typeface="Courier New" panose="02070309020205020404" pitchFamily="49" charset="0"/>
                <a:cs typeface="Courier New" panose="02070309020205020404" pitchFamily="49" charset="0"/>
              </a:rPr>
              <a:t>kd-tree</a:t>
            </a:r>
            <a:r>
              <a:rPr lang="en-US" altLang="ja-JP" dirty="0">
                <a:latin typeface="Courier New" panose="02070309020205020404" pitchFamily="49" charset="0"/>
                <a:cs typeface="Courier New" panose="02070309020205020404" pitchFamily="49" charset="0"/>
              </a:rPr>
              <a:t>:</a:t>
            </a:r>
            <a:r>
              <a:rPr lang="ja-JP" altLang="en-US">
                <a:latin typeface="Courier New" panose="02070309020205020404" pitchFamily="49" charset="0"/>
                <a:cs typeface="Courier New" panose="02070309020205020404" pitchFamily="49" charset="0"/>
              </a:rPr>
              <a:t>暫定の最近傍</a:t>
            </a:r>
          </a:p>
        </p:txBody>
      </p:sp>
      <p:sp>
        <p:nvSpPr>
          <p:cNvPr id="3" name="Google Shape;367;g2549820c676_6_15">
            <a:extLst>
              <a:ext uri="{FF2B5EF4-FFF2-40B4-BE49-F238E27FC236}">
                <a16:creationId xmlns:a16="http://schemas.microsoft.com/office/drawing/2014/main" id="{14073BB1-7538-9BD0-04B1-E2A2CADE3A9A}"/>
              </a:ext>
            </a:extLst>
          </p:cNvPr>
          <p:cNvSpPr txBox="1">
            <a:spLocks noGrp="1"/>
          </p:cNvSpPr>
          <p:nvPr>
            <p:ph type="body" idx="1"/>
          </p:nvPr>
        </p:nvSpPr>
        <p:spPr>
          <a:xfrm>
            <a:off x="277813" y="4695556"/>
            <a:ext cx="11614150" cy="2152422"/>
          </a:xfrm>
        </p:spPr>
        <p:txBody>
          <a:bodyPr spcFirstLastPara="1" vert="horz" wrap="square" lIns="91425" tIns="45700" rIns="91425" bIns="45700" rtlCol="0" anchor="t" anchorCtr="0">
            <a:normAutofit fontScale="40000" lnSpcReduction="20000"/>
          </a:bodyPr>
          <a:lstStyle/>
          <a:p>
            <a:pPr marL="114300" indent="0">
              <a:lnSpc>
                <a:spcPct val="120000"/>
              </a:lnSpc>
              <a:buNone/>
            </a:pPr>
            <a:r>
              <a:rPr lang="ja-JP" altLang="en-US"/>
              <a:t>１．</a:t>
            </a:r>
            <a:r>
              <a:rPr lang="en-US" altLang="ja-JP" dirty="0" err="1"/>
              <a:t>kd</a:t>
            </a:r>
            <a:r>
              <a:rPr lang="en-US" altLang="ja-JP" dirty="0"/>
              <a:t>-tree</a:t>
            </a:r>
            <a:r>
              <a:rPr lang="ja-JP" altLang="en-US"/>
              <a:t>の根</a:t>
            </a:r>
            <a:r>
              <a:rPr lang="en-US" altLang="ja-JP" dirty="0"/>
              <a:t>(L1)</a:t>
            </a:r>
            <a:r>
              <a:rPr lang="ja-JP" altLang="en-US"/>
              <a:t>の子ノードに注目しテストデータが存在する特徴次元を選択</a:t>
            </a:r>
          </a:p>
          <a:p>
            <a:pPr marL="114300" indent="0">
              <a:lnSpc>
                <a:spcPct val="120000"/>
              </a:lnSpc>
              <a:buNone/>
            </a:pPr>
            <a:r>
              <a:rPr lang="ja-JP" altLang="en-US"/>
              <a:t>２．選択された特徴次元</a:t>
            </a:r>
            <a:r>
              <a:rPr lang="en-US" altLang="ja-JP" dirty="0"/>
              <a:t>(</a:t>
            </a:r>
            <a:r>
              <a:rPr lang="ja-JP" altLang="en-US"/>
              <a:t>ノード</a:t>
            </a:r>
            <a:r>
              <a:rPr lang="en-US" altLang="ja-JP" dirty="0"/>
              <a:t>)</a:t>
            </a:r>
            <a:r>
              <a:rPr lang="ja-JP" altLang="en-US"/>
              <a:t>によって分割された領域にテストデータが存在する特徴次元を選択</a:t>
            </a:r>
            <a:br>
              <a:rPr lang="en-US" altLang="ja-JP" dirty="0"/>
            </a:br>
            <a:r>
              <a:rPr lang="ja-JP" altLang="en-US"/>
              <a:t>　　</a:t>
            </a:r>
            <a:r>
              <a:rPr lang="en-US" altLang="ja-JP" dirty="0"/>
              <a:t>(</a:t>
            </a:r>
            <a:r>
              <a:rPr lang="en-US" altLang="ja-JP" dirty="0" err="1"/>
              <a:t>kd</a:t>
            </a:r>
            <a:r>
              <a:rPr lang="en-US" altLang="ja-JP" dirty="0"/>
              <a:t>-tree</a:t>
            </a:r>
            <a:r>
              <a:rPr lang="ja-JP" altLang="en-US"/>
              <a:t>の葉にあたるまで</a:t>
            </a:r>
            <a:r>
              <a:rPr lang="en-US" altLang="ja-JP" dirty="0"/>
              <a:t>2</a:t>
            </a:r>
            <a:r>
              <a:rPr lang="ja-JP" altLang="en-US"/>
              <a:t>を繰り返す</a:t>
            </a:r>
            <a:r>
              <a:rPr lang="en-US" altLang="ja-JP" dirty="0"/>
              <a:t>)</a:t>
            </a:r>
          </a:p>
          <a:p>
            <a:pPr>
              <a:lnSpc>
                <a:spcPct val="120000"/>
              </a:lnSpc>
            </a:pPr>
            <a:endParaRPr lang="en-US" altLang="ja-JP" dirty="0"/>
          </a:p>
          <a:p>
            <a:pPr marL="114300" indent="0">
              <a:lnSpc>
                <a:spcPct val="120000"/>
              </a:lnSpc>
              <a:buNone/>
            </a:pPr>
            <a:r>
              <a:rPr lang="en-US" altLang="ja-JP" dirty="0"/>
              <a:t>	</a:t>
            </a:r>
            <a:r>
              <a:rPr lang="ja-JP" altLang="en-US"/>
              <a:t>到達した特徴次元は暫定的な最近傍であり</a:t>
            </a:r>
            <a:endParaRPr lang="en-US" altLang="ja-JP" dirty="0"/>
          </a:p>
          <a:p>
            <a:pPr marL="114300" indent="0">
              <a:lnSpc>
                <a:spcPct val="120000"/>
              </a:lnSpc>
              <a:buNone/>
            </a:pPr>
            <a:r>
              <a:rPr lang="en-US" altLang="ja-JP" dirty="0"/>
              <a:t>	</a:t>
            </a:r>
            <a:r>
              <a:rPr lang="ja-JP" altLang="en-US"/>
              <a:t>最も距離が近い領域でない可能性がある</a:t>
            </a:r>
            <a:endParaRPr lang="en-US" altLang="ja-JP" dirty="0"/>
          </a:p>
        </p:txBody>
      </p:sp>
      <p:sp>
        <p:nvSpPr>
          <p:cNvPr id="4" name="スライド番号プレースホルダー 3">
            <a:extLst>
              <a:ext uri="{FF2B5EF4-FFF2-40B4-BE49-F238E27FC236}">
                <a16:creationId xmlns:a16="http://schemas.microsoft.com/office/drawing/2014/main" id="{74BD30F7-1A5C-FF14-23D2-C28FF663F063}"/>
              </a:ext>
            </a:extLst>
          </p:cNvPr>
          <p:cNvSpPr>
            <a:spLocks noGrp="1"/>
          </p:cNvSpPr>
          <p:nvPr>
            <p:ph type="sldNum" idx="12"/>
          </p:nvPr>
        </p:nvSpPr>
        <p:spPr>
          <a:xfrm>
            <a:off x="11444346" y="-71929"/>
            <a:ext cx="896789" cy="476682"/>
          </a:xfrm>
        </p:spPr>
        <p:txBody>
          <a:bodyPr/>
          <a:lstStyle/>
          <a:p>
            <a:fld id="{00000000-1234-1234-1234-123412341234}" type="slidenum">
              <a:rPr lang="en-US" altLang="ja-JP" smtClean="0"/>
              <a:pPr/>
              <a:t>13</a:t>
            </a:fld>
            <a:endParaRPr lang="ja-JP" altLang="en-US"/>
          </a:p>
        </p:txBody>
      </p:sp>
      <p:sp>
        <p:nvSpPr>
          <p:cNvPr id="5" name="Google Shape;383;g254a6bbbaed_0_0">
            <a:extLst>
              <a:ext uri="{FF2B5EF4-FFF2-40B4-BE49-F238E27FC236}">
                <a16:creationId xmlns:a16="http://schemas.microsoft.com/office/drawing/2014/main" id="{905BFCDA-6B60-F0AA-8E74-F9BE9A73AAC7}"/>
              </a:ext>
            </a:extLst>
          </p:cNvPr>
          <p:cNvSpPr/>
          <p:nvPr/>
        </p:nvSpPr>
        <p:spPr>
          <a:xfrm>
            <a:off x="1615525" y="1182703"/>
            <a:ext cx="4798800" cy="3413100"/>
          </a:xfrm>
          <a:prstGeom prst="rect">
            <a:avLst/>
          </a:prstGeom>
          <a:solidFill>
            <a:schemeClr val="lt1"/>
          </a:solidFill>
          <a:ln w="9525" cap="flat" cmpd="sng">
            <a:solidFill>
              <a:schemeClr val="dk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sz="1700" b="1"/>
          </a:p>
        </p:txBody>
      </p:sp>
      <p:cxnSp>
        <p:nvCxnSpPr>
          <p:cNvPr id="6" name="Google Shape;384;g254a6bbbaed_0_0">
            <a:extLst>
              <a:ext uri="{FF2B5EF4-FFF2-40B4-BE49-F238E27FC236}">
                <a16:creationId xmlns:a16="http://schemas.microsoft.com/office/drawing/2014/main" id="{D45693D6-B12C-3552-BD00-980A018E939A}"/>
              </a:ext>
            </a:extLst>
          </p:cNvPr>
          <p:cNvCxnSpPr/>
          <p:nvPr/>
        </p:nvCxnSpPr>
        <p:spPr>
          <a:xfrm rot="10800000" flipH="1">
            <a:off x="1913650" y="2807425"/>
            <a:ext cx="1990800" cy="9600"/>
          </a:xfrm>
          <a:prstGeom prst="straightConnector1">
            <a:avLst/>
          </a:prstGeom>
          <a:noFill/>
          <a:ln w="9525" cap="flat" cmpd="sng">
            <a:solidFill>
              <a:schemeClr val="dk2"/>
            </a:solidFill>
            <a:prstDash val="solid"/>
            <a:round/>
            <a:headEnd type="none" w="med" len="med"/>
            <a:tailEnd type="none" w="med" len="med"/>
          </a:ln>
        </p:spPr>
      </p:cxnSp>
      <p:cxnSp>
        <p:nvCxnSpPr>
          <p:cNvPr id="7" name="Google Shape;385;g254a6bbbaed_0_0">
            <a:extLst>
              <a:ext uri="{FF2B5EF4-FFF2-40B4-BE49-F238E27FC236}">
                <a16:creationId xmlns:a16="http://schemas.microsoft.com/office/drawing/2014/main" id="{F3F41471-1DAD-9188-0C4F-7AF3B06D1009}"/>
              </a:ext>
            </a:extLst>
          </p:cNvPr>
          <p:cNvCxnSpPr/>
          <p:nvPr/>
        </p:nvCxnSpPr>
        <p:spPr>
          <a:xfrm>
            <a:off x="2878075" y="1529400"/>
            <a:ext cx="600" cy="1279800"/>
          </a:xfrm>
          <a:prstGeom prst="straightConnector1">
            <a:avLst/>
          </a:prstGeom>
          <a:noFill/>
          <a:ln w="9525" cap="flat" cmpd="sng">
            <a:solidFill>
              <a:schemeClr val="dk2"/>
            </a:solidFill>
            <a:prstDash val="solid"/>
            <a:round/>
            <a:headEnd type="none" w="med" len="med"/>
            <a:tailEnd type="none" w="med" len="med"/>
          </a:ln>
        </p:spPr>
      </p:cxnSp>
      <p:cxnSp>
        <p:nvCxnSpPr>
          <p:cNvPr id="8" name="Google Shape;386;g254a6bbbaed_0_0">
            <a:extLst>
              <a:ext uri="{FF2B5EF4-FFF2-40B4-BE49-F238E27FC236}">
                <a16:creationId xmlns:a16="http://schemas.microsoft.com/office/drawing/2014/main" id="{9DFF93C6-DB08-3BC1-D6F6-D677DC4563C4}"/>
              </a:ext>
            </a:extLst>
          </p:cNvPr>
          <p:cNvCxnSpPr>
            <a:cxnSpLocks/>
            <a:endCxn id="45" idx="1"/>
          </p:cNvCxnSpPr>
          <p:nvPr/>
        </p:nvCxnSpPr>
        <p:spPr>
          <a:xfrm flipV="1">
            <a:off x="3877401" y="2299650"/>
            <a:ext cx="1880351" cy="4788"/>
          </a:xfrm>
          <a:prstGeom prst="straightConnector1">
            <a:avLst/>
          </a:prstGeom>
          <a:noFill/>
          <a:ln w="9525" cap="flat" cmpd="sng">
            <a:solidFill>
              <a:schemeClr val="dk2"/>
            </a:solidFill>
            <a:prstDash val="solid"/>
            <a:round/>
            <a:headEnd type="none" w="med" len="med"/>
            <a:tailEnd type="none" w="med" len="med"/>
          </a:ln>
        </p:spPr>
      </p:cxnSp>
      <p:cxnSp>
        <p:nvCxnSpPr>
          <p:cNvPr id="9" name="Google Shape;387;g254a6bbbaed_0_0">
            <a:extLst>
              <a:ext uri="{FF2B5EF4-FFF2-40B4-BE49-F238E27FC236}">
                <a16:creationId xmlns:a16="http://schemas.microsoft.com/office/drawing/2014/main" id="{38E089DC-F406-6BB6-E327-CDBB2E203ADF}"/>
              </a:ext>
            </a:extLst>
          </p:cNvPr>
          <p:cNvCxnSpPr/>
          <p:nvPr/>
        </p:nvCxnSpPr>
        <p:spPr>
          <a:xfrm flipH="1">
            <a:off x="4868000" y="1471250"/>
            <a:ext cx="9600" cy="847500"/>
          </a:xfrm>
          <a:prstGeom prst="straightConnector1">
            <a:avLst/>
          </a:prstGeom>
          <a:noFill/>
          <a:ln w="9525" cap="flat" cmpd="sng">
            <a:solidFill>
              <a:schemeClr val="dk2"/>
            </a:solidFill>
            <a:prstDash val="solid"/>
            <a:round/>
            <a:headEnd type="none" w="med" len="med"/>
            <a:tailEnd type="none" w="med" len="med"/>
          </a:ln>
        </p:spPr>
      </p:cxnSp>
      <p:cxnSp>
        <p:nvCxnSpPr>
          <p:cNvPr id="10" name="Google Shape;388;g254a6bbbaed_0_0">
            <a:extLst>
              <a:ext uri="{FF2B5EF4-FFF2-40B4-BE49-F238E27FC236}">
                <a16:creationId xmlns:a16="http://schemas.microsoft.com/office/drawing/2014/main" id="{4EEF2F13-5071-3B07-CA74-D4F9F1717F80}"/>
              </a:ext>
            </a:extLst>
          </p:cNvPr>
          <p:cNvCxnSpPr/>
          <p:nvPr/>
        </p:nvCxnSpPr>
        <p:spPr>
          <a:xfrm flipH="1">
            <a:off x="5406500" y="2308725"/>
            <a:ext cx="14100" cy="2006400"/>
          </a:xfrm>
          <a:prstGeom prst="straightConnector1">
            <a:avLst/>
          </a:prstGeom>
          <a:noFill/>
          <a:ln w="9525" cap="flat" cmpd="sng">
            <a:solidFill>
              <a:schemeClr val="dk2"/>
            </a:solidFill>
            <a:prstDash val="solid"/>
            <a:round/>
            <a:headEnd type="none" w="med" len="med"/>
            <a:tailEnd type="none" w="med" len="med"/>
          </a:ln>
        </p:spPr>
      </p:cxnSp>
      <p:cxnSp>
        <p:nvCxnSpPr>
          <p:cNvPr id="11" name="Google Shape;391;g254a6bbbaed_0_0">
            <a:extLst>
              <a:ext uri="{FF2B5EF4-FFF2-40B4-BE49-F238E27FC236}">
                <a16:creationId xmlns:a16="http://schemas.microsoft.com/office/drawing/2014/main" id="{746360F3-3693-BBED-23DC-FD57592DF769}"/>
              </a:ext>
            </a:extLst>
          </p:cNvPr>
          <p:cNvCxnSpPr>
            <a:endCxn id="13" idx="3"/>
          </p:cNvCxnSpPr>
          <p:nvPr/>
        </p:nvCxnSpPr>
        <p:spPr>
          <a:xfrm>
            <a:off x="1920432" y="4331197"/>
            <a:ext cx="3826500" cy="7500"/>
          </a:xfrm>
          <a:prstGeom prst="straightConnector1">
            <a:avLst/>
          </a:prstGeom>
          <a:noFill/>
          <a:ln w="28575" cap="flat" cmpd="sng">
            <a:solidFill>
              <a:schemeClr val="dk2"/>
            </a:solidFill>
            <a:prstDash val="solid"/>
            <a:round/>
            <a:headEnd type="none" w="med" len="med"/>
            <a:tailEnd type="stealth" w="med" len="med"/>
          </a:ln>
        </p:spPr>
      </p:cxnSp>
      <p:sp>
        <p:nvSpPr>
          <p:cNvPr id="12" name="Google Shape;393;g254a6bbbaed_0_0">
            <a:extLst>
              <a:ext uri="{FF2B5EF4-FFF2-40B4-BE49-F238E27FC236}">
                <a16:creationId xmlns:a16="http://schemas.microsoft.com/office/drawing/2014/main" id="{7F7DB79E-48EF-D5AA-8B7E-8F39705F6038}"/>
              </a:ext>
            </a:extLst>
          </p:cNvPr>
          <p:cNvSpPr txBox="1"/>
          <p:nvPr/>
        </p:nvSpPr>
        <p:spPr>
          <a:xfrm>
            <a:off x="1825348" y="1103651"/>
            <a:ext cx="317700" cy="569400"/>
          </a:xfrm>
          <a:prstGeom prst="rect">
            <a:avLst/>
          </a:prstGeom>
          <a:noFill/>
          <a:ln>
            <a:noFill/>
          </a:ln>
        </p:spPr>
        <p:txBody>
          <a:bodyPr spcFirstLastPara="1" wrap="square" lIns="91425" tIns="91425" rIns="91425" bIns="91425" anchor="t" anchorCtr="0">
            <a:spAutoFit/>
          </a:bodyPr>
          <a:lstStyle/>
          <a:p>
            <a:r>
              <a:rPr lang="en-US" altLang="ja-JP" sz="2500" b="1">
                <a:latin typeface="Calibri"/>
                <a:ea typeface="Calibri"/>
                <a:cs typeface="Calibri"/>
                <a:sym typeface="Calibri"/>
              </a:rPr>
              <a:t>y</a:t>
            </a:r>
            <a:endParaRPr sz="2500" b="1">
              <a:latin typeface="Calibri"/>
              <a:ea typeface="Calibri"/>
              <a:cs typeface="Calibri"/>
              <a:sym typeface="Calibri"/>
            </a:endParaRPr>
          </a:p>
        </p:txBody>
      </p:sp>
      <p:sp>
        <p:nvSpPr>
          <p:cNvPr id="13" name="Google Shape;392;g254a6bbbaed_0_0">
            <a:extLst>
              <a:ext uri="{FF2B5EF4-FFF2-40B4-BE49-F238E27FC236}">
                <a16:creationId xmlns:a16="http://schemas.microsoft.com/office/drawing/2014/main" id="{4CCBAEBE-21B9-E2F1-D7B7-0FD848FDB83F}"/>
              </a:ext>
            </a:extLst>
          </p:cNvPr>
          <p:cNvSpPr txBox="1"/>
          <p:nvPr/>
        </p:nvSpPr>
        <p:spPr>
          <a:xfrm>
            <a:off x="5511432" y="4053997"/>
            <a:ext cx="235500" cy="569400"/>
          </a:xfrm>
          <a:prstGeom prst="rect">
            <a:avLst/>
          </a:prstGeom>
          <a:noFill/>
          <a:ln>
            <a:noFill/>
          </a:ln>
        </p:spPr>
        <p:txBody>
          <a:bodyPr spcFirstLastPara="1" wrap="square" lIns="91425" tIns="91425" rIns="91425" bIns="91425" anchor="t" anchorCtr="0">
            <a:spAutoFit/>
          </a:bodyPr>
          <a:lstStyle/>
          <a:p>
            <a:endParaRPr sz="2500" b="1">
              <a:latin typeface="Calibri"/>
              <a:ea typeface="Calibri"/>
              <a:cs typeface="Calibri"/>
              <a:sym typeface="Calibri"/>
            </a:endParaRPr>
          </a:p>
        </p:txBody>
      </p:sp>
      <p:cxnSp>
        <p:nvCxnSpPr>
          <p:cNvPr id="14" name="Google Shape;394;g254a6bbbaed_0_0">
            <a:extLst>
              <a:ext uri="{FF2B5EF4-FFF2-40B4-BE49-F238E27FC236}">
                <a16:creationId xmlns:a16="http://schemas.microsoft.com/office/drawing/2014/main" id="{37D27813-A7C1-317A-764A-C93463B5843C}"/>
              </a:ext>
            </a:extLst>
          </p:cNvPr>
          <p:cNvCxnSpPr/>
          <p:nvPr/>
        </p:nvCxnSpPr>
        <p:spPr>
          <a:xfrm rot="10800000">
            <a:off x="1922020" y="1500204"/>
            <a:ext cx="0" cy="2778300"/>
          </a:xfrm>
          <a:prstGeom prst="straightConnector1">
            <a:avLst/>
          </a:prstGeom>
          <a:noFill/>
          <a:ln w="28575" cap="flat" cmpd="sng">
            <a:solidFill>
              <a:schemeClr val="dk2"/>
            </a:solidFill>
            <a:prstDash val="solid"/>
            <a:round/>
            <a:headEnd type="none" w="med" len="med"/>
            <a:tailEnd type="stealth" w="med" len="med"/>
          </a:ln>
        </p:spPr>
      </p:cxnSp>
      <p:sp>
        <p:nvSpPr>
          <p:cNvPr id="15" name="Google Shape;395;g254a6bbbaed_0_0">
            <a:extLst>
              <a:ext uri="{FF2B5EF4-FFF2-40B4-BE49-F238E27FC236}">
                <a16:creationId xmlns:a16="http://schemas.microsoft.com/office/drawing/2014/main" id="{93309581-670F-7A08-438D-C8F33FC44E0F}"/>
              </a:ext>
            </a:extLst>
          </p:cNvPr>
          <p:cNvSpPr txBox="1"/>
          <p:nvPr/>
        </p:nvSpPr>
        <p:spPr>
          <a:xfrm>
            <a:off x="5703533" y="4053997"/>
            <a:ext cx="317700" cy="569400"/>
          </a:xfrm>
          <a:prstGeom prst="rect">
            <a:avLst/>
          </a:prstGeom>
          <a:noFill/>
          <a:ln>
            <a:noFill/>
          </a:ln>
        </p:spPr>
        <p:txBody>
          <a:bodyPr spcFirstLastPara="1" wrap="square" lIns="91425" tIns="91425" rIns="91425" bIns="91425" anchor="t" anchorCtr="0">
            <a:spAutoFit/>
          </a:bodyPr>
          <a:lstStyle/>
          <a:p>
            <a:r>
              <a:rPr lang="en-US" altLang="ja-JP" sz="2500" b="1">
                <a:latin typeface="Calibri"/>
                <a:ea typeface="Calibri"/>
                <a:cs typeface="Calibri"/>
                <a:sym typeface="Calibri"/>
              </a:rPr>
              <a:t>x</a:t>
            </a:r>
            <a:endParaRPr sz="2500" b="1">
              <a:latin typeface="Calibri"/>
              <a:ea typeface="Calibri"/>
              <a:cs typeface="Calibri"/>
              <a:sym typeface="Calibri"/>
            </a:endParaRPr>
          </a:p>
        </p:txBody>
      </p:sp>
      <p:sp>
        <p:nvSpPr>
          <p:cNvPr id="16" name="Google Shape;396;g254a6bbbaed_0_0">
            <a:extLst>
              <a:ext uri="{FF2B5EF4-FFF2-40B4-BE49-F238E27FC236}">
                <a16:creationId xmlns:a16="http://schemas.microsoft.com/office/drawing/2014/main" id="{79D63E33-9CB8-7C2B-3577-60BB19E13201}"/>
              </a:ext>
            </a:extLst>
          </p:cNvPr>
          <p:cNvSpPr/>
          <p:nvPr/>
        </p:nvSpPr>
        <p:spPr>
          <a:xfrm>
            <a:off x="2818853" y="2254641"/>
            <a:ext cx="128400" cy="128400"/>
          </a:xfrm>
          <a:prstGeom prst="flowChartConnector">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highlight>
                <a:srgbClr val="FF0000"/>
              </a:highlight>
            </a:endParaRPr>
          </a:p>
        </p:txBody>
      </p:sp>
      <p:sp>
        <p:nvSpPr>
          <p:cNvPr id="17" name="Google Shape;397;g254a6bbbaed_0_0">
            <a:extLst>
              <a:ext uri="{FF2B5EF4-FFF2-40B4-BE49-F238E27FC236}">
                <a16:creationId xmlns:a16="http://schemas.microsoft.com/office/drawing/2014/main" id="{B1C50DF2-1CB3-52A7-8445-5C522CF9A2AC}"/>
              </a:ext>
            </a:extLst>
          </p:cNvPr>
          <p:cNvSpPr/>
          <p:nvPr/>
        </p:nvSpPr>
        <p:spPr>
          <a:xfrm>
            <a:off x="3269562" y="2738812"/>
            <a:ext cx="128400" cy="128400"/>
          </a:xfrm>
          <a:prstGeom prst="flowChartConnector">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highlight>
                <a:srgbClr val="FF0000"/>
              </a:highlight>
            </a:endParaRPr>
          </a:p>
        </p:txBody>
      </p:sp>
      <p:sp>
        <p:nvSpPr>
          <p:cNvPr id="18" name="Google Shape;398;g254a6bbbaed_0_0">
            <a:extLst>
              <a:ext uri="{FF2B5EF4-FFF2-40B4-BE49-F238E27FC236}">
                <a16:creationId xmlns:a16="http://schemas.microsoft.com/office/drawing/2014/main" id="{746871EB-118C-7999-DE52-84850A629ABC}"/>
              </a:ext>
            </a:extLst>
          </p:cNvPr>
          <p:cNvSpPr/>
          <p:nvPr/>
        </p:nvSpPr>
        <p:spPr>
          <a:xfrm>
            <a:off x="4340307" y="2254641"/>
            <a:ext cx="128400" cy="128400"/>
          </a:xfrm>
          <a:prstGeom prst="flowChartConnector">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highlight>
                <a:srgbClr val="FF0000"/>
              </a:highlight>
            </a:endParaRPr>
          </a:p>
        </p:txBody>
      </p:sp>
      <p:sp>
        <p:nvSpPr>
          <p:cNvPr id="19" name="Google Shape;399;g254a6bbbaed_0_0">
            <a:extLst>
              <a:ext uri="{FF2B5EF4-FFF2-40B4-BE49-F238E27FC236}">
                <a16:creationId xmlns:a16="http://schemas.microsoft.com/office/drawing/2014/main" id="{585C4FAE-2666-9848-AEE1-AD06A51D6A19}"/>
              </a:ext>
            </a:extLst>
          </p:cNvPr>
          <p:cNvSpPr/>
          <p:nvPr/>
        </p:nvSpPr>
        <p:spPr>
          <a:xfrm>
            <a:off x="4808594" y="1754603"/>
            <a:ext cx="128400" cy="128400"/>
          </a:xfrm>
          <a:prstGeom prst="flowChartConnector">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highlight>
                <a:srgbClr val="FF0000"/>
              </a:highlight>
            </a:endParaRPr>
          </a:p>
        </p:txBody>
      </p:sp>
      <p:sp>
        <p:nvSpPr>
          <p:cNvPr id="20" name="Google Shape;400;g254a6bbbaed_0_0">
            <a:extLst>
              <a:ext uri="{FF2B5EF4-FFF2-40B4-BE49-F238E27FC236}">
                <a16:creationId xmlns:a16="http://schemas.microsoft.com/office/drawing/2014/main" id="{25E8BFAC-EE49-F249-439E-B5F4654F6460}"/>
              </a:ext>
            </a:extLst>
          </p:cNvPr>
          <p:cNvSpPr/>
          <p:nvPr/>
        </p:nvSpPr>
        <p:spPr>
          <a:xfrm>
            <a:off x="5346523" y="3738848"/>
            <a:ext cx="128400" cy="128400"/>
          </a:xfrm>
          <a:prstGeom prst="flowChartConnector">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highlight>
                <a:srgbClr val="FF0000"/>
              </a:highlight>
            </a:endParaRPr>
          </a:p>
        </p:txBody>
      </p:sp>
      <p:sp>
        <p:nvSpPr>
          <p:cNvPr id="21" name="Google Shape;401;g254a6bbbaed_0_0">
            <a:extLst>
              <a:ext uri="{FF2B5EF4-FFF2-40B4-BE49-F238E27FC236}">
                <a16:creationId xmlns:a16="http://schemas.microsoft.com/office/drawing/2014/main" id="{8A5820C3-5F40-51D7-5ECE-ADC42BB9F903}"/>
              </a:ext>
            </a:extLst>
          </p:cNvPr>
          <p:cNvSpPr txBox="1"/>
          <p:nvPr/>
        </p:nvSpPr>
        <p:spPr>
          <a:xfrm>
            <a:off x="1655652" y="4131970"/>
            <a:ext cx="317700" cy="523200"/>
          </a:xfrm>
          <a:prstGeom prst="rect">
            <a:avLst/>
          </a:prstGeom>
          <a:noFill/>
          <a:ln>
            <a:noFill/>
          </a:ln>
        </p:spPr>
        <p:txBody>
          <a:bodyPr spcFirstLastPara="1" wrap="square" lIns="91425" tIns="91425" rIns="91425" bIns="91425" anchor="t" anchorCtr="0">
            <a:spAutoFit/>
          </a:bodyPr>
          <a:lstStyle/>
          <a:p>
            <a:r>
              <a:rPr lang="en-US" altLang="ja-JP" sz="2200" b="1">
                <a:latin typeface="Calibri"/>
                <a:ea typeface="Calibri"/>
                <a:cs typeface="Calibri"/>
                <a:sym typeface="Calibri"/>
              </a:rPr>
              <a:t>0</a:t>
            </a:r>
            <a:endParaRPr sz="2200" b="1">
              <a:latin typeface="Calibri"/>
              <a:ea typeface="Calibri"/>
              <a:cs typeface="Calibri"/>
              <a:sym typeface="Calibri"/>
            </a:endParaRPr>
          </a:p>
        </p:txBody>
      </p:sp>
      <p:sp>
        <p:nvSpPr>
          <p:cNvPr id="22" name="Google Shape;402;g254a6bbbaed_0_0">
            <a:extLst>
              <a:ext uri="{FF2B5EF4-FFF2-40B4-BE49-F238E27FC236}">
                <a16:creationId xmlns:a16="http://schemas.microsoft.com/office/drawing/2014/main" id="{CDD457FE-D00F-BEC3-2D9B-2CB2B2ED4996}"/>
              </a:ext>
            </a:extLst>
          </p:cNvPr>
          <p:cNvSpPr txBox="1"/>
          <p:nvPr/>
        </p:nvSpPr>
        <p:spPr>
          <a:xfrm>
            <a:off x="2495004" y="3615045"/>
            <a:ext cx="874500" cy="431100"/>
          </a:xfrm>
          <a:prstGeom prst="rect">
            <a:avLst/>
          </a:prstGeom>
          <a:noFill/>
          <a:ln>
            <a:noFill/>
          </a:ln>
        </p:spPr>
        <p:txBody>
          <a:bodyPr spcFirstLastPara="1" wrap="square" lIns="91425" tIns="91425" rIns="91425" bIns="91425" anchor="t" anchorCtr="0">
            <a:spAutoFit/>
          </a:bodyPr>
          <a:lstStyle/>
          <a:p>
            <a:r>
              <a:rPr lang="en-US" altLang="ja-JP" sz="1600" b="1">
                <a:latin typeface="Calibri"/>
                <a:ea typeface="Calibri"/>
                <a:cs typeface="Calibri"/>
                <a:sym typeface="Calibri"/>
              </a:rPr>
              <a:t>(1, 1)</a:t>
            </a:r>
            <a:endParaRPr sz="1600" b="1">
              <a:latin typeface="Calibri"/>
              <a:ea typeface="Calibri"/>
              <a:cs typeface="Calibri"/>
              <a:sym typeface="Calibri"/>
            </a:endParaRPr>
          </a:p>
        </p:txBody>
      </p:sp>
      <p:sp>
        <p:nvSpPr>
          <p:cNvPr id="23" name="Google Shape;403;g254a6bbbaed_0_0">
            <a:extLst>
              <a:ext uri="{FF2B5EF4-FFF2-40B4-BE49-F238E27FC236}">
                <a16:creationId xmlns:a16="http://schemas.microsoft.com/office/drawing/2014/main" id="{7535DFA6-AF17-E95E-43FB-4131B3CFCD3C}"/>
              </a:ext>
            </a:extLst>
          </p:cNvPr>
          <p:cNvSpPr txBox="1"/>
          <p:nvPr/>
        </p:nvSpPr>
        <p:spPr>
          <a:xfrm>
            <a:off x="2896684" y="2091139"/>
            <a:ext cx="874500" cy="431100"/>
          </a:xfrm>
          <a:prstGeom prst="rect">
            <a:avLst/>
          </a:prstGeom>
          <a:noFill/>
          <a:ln>
            <a:noFill/>
          </a:ln>
        </p:spPr>
        <p:txBody>
          <a:bodyPr spcFirstLastPara="1" wrap="square" lIns="91425" tIns="91425" rIns="91425" bIns="91425" anchor="t" anchorCtr="0">
            <a:spAutoFit/>
          </a:bodyPr>
          <a:lstStyle/>
          <a:p>
            <a:r>
              <a:rPr lang="en-US" altLang="ja-JP" sz="1600" b="1">
                <a:latin typeface="Calibri"/>
                <a:ea typeface="Calibri"/>
                <a:cs typeface="Calibri"/>
                <a:sym typeface="Calibri"/>
              </a:rPr>
              <a:t>(2, 4)</a:t>
            </a:r>
            <a:endParaRPr sz="1600" b="1">
              <a:latin typeface="Calibri"/>
              <a:ea typeface="Calibri"/>
              <a:cs typeface="Calibri"/>
              <a:sym typeface="Calibri"/>
            </a:endParaRPr>
          </a:p>
        </p:txBody>
      </p:sp>
      <p:sp>
        <p:nvSpPr>
          <p:cNvPr id="24" name="Google Shape;404;g254a6bbbaed_0_0">
            <a:extLst>
              <a:ext uri="{FF2B5EF4-FFF2-40B4-BE49-F238E27FC236}">
                <a16:creationId xmlns:a16="http://schemas.microsoft.com/office/drawing/2014/main" id="{848807D3-3679-B523-C29E-BFD4B1359ED8}"/>
              </a:ext>
            </a:extLst>
          </p:cNvPr>
          <p:cNvSpPr txBox="1"/>
          <p:nvPr/>
        </p:nvSpPr>
        <p:spPr>
          <a:xfrm>
            <a:off x="2957995" y="2791008"/>
            <a:ext cx="874500" cy="431100"/>
          </a:xfrm>
          <a:prstGeom prst="rect">
            <a:avLst/>
          </a:prstGeom>
          <a:noFill/>
          <a:ln>
            <a:noFill/>
          </a:ln>
        </p:spPr>
        <p:txBody>
          <a:bodyPr spcFirstLastPara="1" wrap="square" lIns="91425" tIns="91425" rIns="91425" bIns="91425" anchor="t" anchorCtr="0">
            <a:spAutoFit/>
          </a:bodyPr>
          <a:lstStyle/>
          <a:p>
            <a:r>
              <a:rPr lang="en-US" altLang="ja-JP" sz="1600" b="1">
                <a:latin typeface="Calibri"/>
                <a:ea typeface="Calibri"/>
                <a:cs typeface="Calibri"/>
                <a:sym typeface="Calibri"/>
              </a:rPr>
              <a:t>(3, 3)</a:t>
            </a:r>
            <a:endParaRPr sz="1600" b="1">
              <a:latin typeface="Calibri"/>
              <a:ea typeface="Calibri"/>
              <a:cs typeface="Calibri"/>
              <a:sym typeface="Calibri"/>
            </a:endParaRPr>
          </a:p>
        </p:txBody>
      </p:sp>
      <p:sp>
        <p:nvSpPr>
          <p:cNvPr id="25" name="Google Shape;405;g254a6bbbaed_0_0">
            <a:extLst>
              <a:ext uri="{FF2B5EF4-FFF2-40B4-BE49-F238E27FC236}">
                <a16:creationId xmlns:a16="http://schemas.microsoft.com/office/drawing/2014/main" id="{CD007D28-5154-A45C-78AB-650EA745838B}"/>
              </a:ext>
            </a:extLst>
          </p:cNvPr>
          <p:cNvSpPr txBox="1"/>
          <p:nvPr/>
        </p:nvSpPr>
        <p:spPr>
          <a:xfrm>
            <a:off x="3960054" y="3587491"/>
            <a:ext cx="874500" cy="1169521"/>
          </a:xfrm>
          <a:prstGeom prst="rect">
            <a:avLst/>
          </a:prstGeom>
          <a:noFill/>
          <a:ln>
            <a:noFill/>
          </a:ln>
        </p:spPr>
        <p:txBody>
          <a:bodyPr spcFirstLastPara="1" wrap="square" lIns="91425" tIns="91425" rIns="91425" bIns="91425" anchor="t" anchorCtr="0">
            <a:spAutoFit/>
          </a:bodyPr>
          <a:lstStyle/>
          <a:p>
            <a:endParaRPr lang="en-US" altLang="ja-JP" sz="1600" b="1" dirty="0">
              <a:latin typeface="Calibri"/>
              <a:ea typeface="Calibri"/>
              <a:cs typeface="Calibri"/>
              <a:sym typeface="Calibri"/>
            </a:endParaRPr>
          </a:p>
          <a:p>
            <a:endParaRPr lang="en-US" sz="1600" b="1" dirty="0">
              <a:latin typeface="Calibri"/>
              <a:ea typeface="Calibri"/>
              <a:cs typeface="Calibri"/>
              <a:sym typeface="Calibri"/>
            </a:endParaRPr>
          </a:p>
          <a:p>
            <a:endParaRPr lang="en-US" sz="1600" b="1" dirty="0">
              <a:latin typeface="Calibri"/>
              <a:ea typeface="Calibri"/>
              <a:cs typeface="Calibri"/>
              <a:sym typeface="Calibri"/>
            </a:endParaRPr>
          </a:p>
          <a:p>
            <a:endParaRPr sz="1600" b="1" dirty="0">
              <a:latin typeface="Calibri"/>
              <a:ea typeface="Calibri"/>
              <a:cs typeface="Calibri"/>
              <a:sym typeface="Calibri"/>
            </a:endParaRPr>
          </a:p>
        </p:txBody>
      </p:sp>
      <p:sp>
        <p:nvSpPr>
          <p:cNvPr id="26" name="Google Shape;406;g254a6bbbaed_0_0">
            <a:extLst>
              <a:ext uri="{FF2B5EF4-FFF2-40B4-BE49-F238E27FC236}">
                <a16:creationId xmlns:a16="http://schemas.microsoft.com/office/drawing/2014/main" id="{5A524CE9-A120-E35B-2414-3C7D86B61275}"/>
              </a:ext>
            </a:extLst>
          </p:cNvPr>
          <p:cNvSpPr txBox="1"/>
          <p:nvPr/>
        </p:nvSpPr>
        <p:spPr>
          <a:xfrm>
            <a:off x="4000753" y="2318406"/>
            <a:ext cx="874500" cy="431100"/>
          </a:xfrm>
          <a:prstGeom prst="rect">
            <a:avLst/>
          </a:prstGeom>
          <a:noFill/>
          <a:ln>
            <a:noFill/>
          </a:ln>
        </p:spPr>
        <p:txBody>
          <a:bodyPr spcFirstLastPara="1" wrap="square" lIns="91425" tIns="91425" rIns="91425" bIns="91425" anchor="t" anchorCtr="0">
            <a:spAutoFit/>
          </a:bodyPr>
          <a:lstStyle/>
          <a:p>
            <a:r>
              <a:rPr lang="en-US" altLang="ja-JP" sz="1600" b="1">
                <a:latin typeface="Calibri"/>
                <a:ea typeface="Calibri"/>
                <a:cs typeface="Calibri"/>
                <a:sym typeface="Calibri"/>
              </a:rPr>
              <a:t>(5, 4)</a:t>
            </a:r>
            <a:endParaRPr sz="1600" b="1" dirty="0">
              <a:latin typeface="Calibri"/>
              <a:ea typeface="Calibri"/>
              <a:cs typeface="Calibri"/>
              <a:sym typeface="Calibri"/>
            </a:endParaRPr>
          </a:p>
        </p:txBody>
      </p:sp>
      <p:sp>
        <p:nvSpPr>
          <p:cNvPr id="27" name="Google Shape;407;g254a6bbbaed_0_0">
            <a:extLst>
              <a:ext uri="{FF2B5EF4-FFF2-40B4-BE49-F238E27FC236}">
                <a16:creationId xmlns:a16="http://schemas.microsoft.com/office/drawing/2014/main" id="{5C534200-42B8-9947-8D42-214AC1CF915D}"/>
              </a:ext>
            </a:extLst>
          </p:cNvPr>
          <p:cNvSpPr txBox="1"/>
          <p:nvPr/>
        </p:nvSpPr>
        <p:spPr>
          <a:xfrm>
            <a:off x="4870679" y="1630800"/>
            <a:ext cx="874500" cy="431100"/>
          </a:xfrm>
          <a:prstGeom prst="rect">
            <a:avLst/>
          </a:prstGeom>
          <a:noFill/>
          <a:ln>
            <a:noFill/>
          </a:ln>
        </p:spPr>
        <p:txBody>
          <a:bodyPr spcFirstLastPara="1" wrap="square" lIns="91425" tIns="91425" rIns="91425" bIns="91425" anchor="t" anchorCtr="0">
            <a:spAutoFit/>
          </a:bodyPr>
          <a:lstStyle/>
          <a:p>
            <a:r>
              <a:rPr lang="en-US" altLang="ja-JP" sz="1600" b="1">
                <a:latin typeface="Calibri"/>
                <a:ea typeface="Calibri"/>
                <a:cs typeface="Calibri"/>
                <a:sym typeface="Calibri"/>
              </a:rPr>
              <a:t>(6, 5)</a:t>
            </a:r>
            <a:endParaRPr sz="1600" b="1">
              <a:latin typeface="Calibri"/>
              <a:ea typeface="Calibri"/>
              <a:cs typeface="Calibri"/>
              <a:sym typeface="Calibri"/>
            </a:endParaRPr>
          </a:p>
        </p:txBody>
      </p:sp>
      <p:sp>
        <p:nvSpPr>
          <p:cNvPr id="28" name="Google Shape;408;g254a6bbbaed_0_0">
            <a:extLst>
              <a:ext uri="{FF2B5EF4-FFF2-40B4-BE49-F238E27FC236}">
                <a16:creationId xmlns:a16="http://schemas.microsoft.com/office/drawing/2014/main" id="{85504C52-BEC1-5779-C096-28E2282FCB75}"/>
              </a:ext>
            </a:extLst>
          </p:cNvPr>
          <p:cNvSpPr txBox="1"/>
          <p:nvPr/>
        </p:nvSpPr>
        <p:spPr>
          <a:xfrm>
            <a:off x="5425128" y="3615045"/>
            <a:ext cx="874500" cy="431100"/>
          </a:xfrm>
          <a:prstGeom prst="rect">
            <a:avLst/>
          </a:prstGeom>
          <a:noFill/>
          <a:ln>
            <a:noFill/>
          </a:ln>
        </p:spPr>
        <p:txBody>
          <a:bodyPr spcFirstLastPara="1" wrap="square" lIns="91425" tIns="91425" rIns="91425" bIns="91425" anchor="t" anchorCtr="0">
            <a:spAutoFit/>
          </a:bodyPr>
          <a:lstStyle/>
          <a:p>
            <a:r>
              <a:rPr lang="en-US" altLang="ja-JP" sz="1600" b="1">
                <a:latin typeface="Calibri"/>
                <a:ea typeface="Calibri"/>
                <a:cs typeface="Calibri"/>
                <a:sym typeface="Calibri"/>
              </a:rPr>
              <a:t>(7, 1)</a:t>
            </a:r>
            <a:endParaRPr sz="1600" b="1">
              <a:latin typeface="Calibri"/>
              <a:ea typeface="Calibri"/>
              <a:cs typeface="Calibri"/>
              <a:sym typeface="Calibri"/>
            </a:endParaRPr>
          </a:p>
        </p:txBody>
      </p:sp>
      <p:sp>
        <p:nvSpPr>
          <p:cNvPr id="29" name="Google Shape;409;g254a6bbbaed_0_0">
            <a:extLst>
              <a:ext uri="{FF2B5EF4-FFF2-40B4-BE49-F238E27FC236}">
                <a16:creationId xmlns:a16="http://schemas.microsoft.com/office/drawing/2014/main" id="{8852833F-8EAE-CC48-4B05-41549BF62B2C}"/>
              </a:ext>
            </a:extLst>
          </p:cNvPr>
          <p:cNvSpPr/>
          <p:nvPr/>
        </p:nvSpPr>
        <p:spPr>
          <a:xfrm>
            <a:off x="6638650" y="1182800"/>
            <a:ext cx="4029300" cy="3413100"/>
          </a:xfrm>
          <a:prstGeom prst="rect">
            <a:avLst/>
          </a:prstGeom>
          <a:solidFill>
            <a:schemeClr val="lt1"/>
          </a:solidFill>
          <a:ln w="9525" cap="flat" cmpd="sng">
            <a:solidFill>
              <a:schemeClr val="dk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sz="1700" b="1"/>
          </a:p>
        </p:txBody>
      </p:sp>
      <p:sp>
        <p:nvSpPr>
          <p:cNvPr id="30" name="Google Shape;410;g254a6bbbaed_0_0">
            <a:extLst>
              <a:ext uri="{FF2B5EF4-FFF2-40B4-BE49-F238E27FC236}">
                <a16:creationId xmlns:a16="http://schemas.microsoft.com/office/drawing/2014/main" id="{0A1E277E-BAC3-AD5A-6786-082B6B201367}"/>
              </a:ext>
            </a:extLst>
          </p:cNvPr>
          <p:cNvSpPr/>
          <p:nvPr/>
        </p:nvSpPr>
        <p:spPr>
          <a:xfrm>
            <a:off x="6740113" y="3562450"/>
            <a:ext cx="874500" cy="3894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r>
              <a:rPr lang="en-US" altLang="ja-JP" sz="1400"/>
              <a:t>L4 (1, 1)</a:t>
            </a:r>
            <a:endParaRPr sz="1400" dirty="0"/>
          </a:p>
        </p:txBody>
      </p:sp>
      <p:sp>
        <p:nvSpPr>
          <p:cNvPr id="31" name="Google Shape;411;g254a6bbbaed_0_0">
            <a:extLst>
              <a:ext uri="{FF2B5EF4-FFF2-40B4-BE49-F238E27FC236}">
                <a16:creationId xmlns:a16="http://schemas.microsoft.com/office/drawing/2014/main" id="{AAFA7F19-D8C0-1CE0-830F-AD2AF6DAD820}"/>
              </a:ext>
            </a:extLst>
          </p:cNvPr>
          <p:cNvSpPr/>
          <p:nvPr/>
        </p:nvSpPr>
        <p:spPr>
          <a:xfrm>
            <a:off x="7715988" y="3562450"/>
            <a:ext cx="874500" cy="3894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r>
              <a:rPr lang="en-US" altLang="ja-JP" sz="1400"/>
              <a:t>L5 (2, 4)</a:t>
            </a:r>
            <a:endParaRPr sz="1400"/>
          </a:p>
        </p:txBody>
      </p:sp>
      <p:sp>
        <p:nvSpPr>
          <p:cNvPr id="32" name="Google Shape;412;g254a6bbbaed_0_0">
            <a:extLst>
              <a:ext uri="{FF2B5EF4-FFF2-40B4-BE49-F238E27FC236}">
                <a16:creationId xmlns:a16="http://schemas.microsoft.com/office/drawing/2014/main" id="{6CDD2481-EB6B-097E-ECAE-3D3572637DD1}"/>
              </a:ext>
            </a:extLst>
          </p:cNvPr>
          <p:cNvSpPr/>
          <p:nvPr/>
        </p:nvSpPr>
        <p:spPr>
          <a:xfrm>
            <a:off x="8690488" y="3562450"/>
            <a:ext cx="874500" cy="3894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r>
              <a:rPr lang="en-US" altLang="ja-JP" sz="1400"/>
              <a:t>L6 (7, 1)</a:t>
            </a:r>
            <a:endParaRPr sz="1400" dirty="0"/>
          </a:p>
        </p:txBody>
      </p:sp>
      <p:sp>
        <p:nvSpPr>
          <p:cNvPr id="33" name="Google Shape;413;g254a6bbbaed_0_0">
            <a:extLst>
              <a:ext uri="{FF2B5EF4-FFF2-40B4-BE49-F238E27FC236}">
                <a16:creationId xmlns:a16="http://schemas.microsoft.com/office/drawing/2014/main" id="{888B9EA9-F97B-8CE5-7422-79B2ED044476}"/>
              </a:ext>
            </a:extLst>
          </p:cNvPr>
          <p:cNvSpPr/>
          <p:nvPr/>
        </p:nvSpPr>
        <p:spPr>
          <a:xfrm>
            <a:off x="9691988" y="3562450"/>
            <a:ext cx="874500" cy="3894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r>
              <a:rPr lang="en-US" altLang="ja-JP" sz="1400"/>
              <a:t>L7 (6, 5)</a:t>
            </a:r>
            <a:endParaRPr sz="1400" dirty="0"/>
          </a:p>
        </p:txBody>
      </p:sp>
      <p:sp>
        <p:nvSpPr>
          <p:cNvPr id="34" name="Google Shape;414;g254a6bbbaed_0_0">
            <a:extLst>
              <a:ext uri="{FF2B5EF4-FFF2-40B4-BE49-F238E27FC236}">
                <a16:creationId xmlns:a16="http://schemas.microsoft.com/office/drawing/2014/main" id="{06EC0D3D-4BEF-AFAA-8FCF-E082069EEA68}"/>
              </a:ext>
            </a:extLst>
          </p:cNvPr>
          <p:cNvSpPr/>
          <p:nvPr/>
        </p:nvSpPr>
        <p:spPr>
          <a:xfrm>
            <a:off x="7244938" y="2742125"/>
            <a:ext cx="874500" cy="3894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r>
              <a:rPr lang="en-US" altLang="ja-JP" sz="1400"/>
              <a:t>L2 (3, 3)</a:t>
            </a:r>
            <a:endParaRPr sz="1400" dirty="0"/>
          </a:p>
        </p:txBody>
      </p:sp>
      <p:sp>
        <p:nvSpPr>
          <p:cNvPr id="35" name="Google Shape;415;g254a6bbbaed_0_0">
            <a:extLst>
              <a:ext uri="{FF2B5EF4-FFF2-40B4-BE49-F238E27FC236}">
                <a16:creationId xmlns:a16="http://schemas.microsoft.com/office/drawing/2014/main" id="{92A4BC13-17A4-EA61-EF96-3AC26E9A7DB0}"/>
              </a:ext>
            </a:extLst>
          </p:cNvPr>
          <p:cNvSpPr/>
          <p:nvPr/>
        </p:nvSpPr>
        <p:spPr>
          <a:xfrm>
            <a:off x="9173363" y="2742125"/>
            <a:ext cx="874500" cy="3894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r>
              <a:rPr lang="en-US" altLang="ja-JP" sz="1400"/>
              <a:t>L3 (5, 4)</a:t>
            </a:r>
            <a:endParaRPr sz="1400" dirty="0"/>
          </a:p>
        </p:txBody>
      </p:sp>
      <p:sp>
        <p:nvSpPr>
          <p:cNvPr id="36" name="Google Shape;416;g254a6bbbaed_0_0">
            <a:extLst>
              <a:ext uri="{FF2B5EF4-FFF2-40B4-BE49-F238E27FC236}">
                <a16:creationId xmlns:a16="http://schemas.microsoft.com/office/drawing/2014/main" id="{8AB3C45C-7EFB-6693-0689-21DEA324D971}"/>
              </a:ext>
            </a:extLst>
          </p:cNvPr>
          <p:cNvSpPr/>
          <p:nvPr/>
        </p:nvSpPr>
        <p:spPr>
          <a:xfrm>
            <a:off x="8216038" y="1784138"/>
            <a:ext cx="874500" cy="3894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r>
              <a:rPr lang="en-US" altLang="ja-JP" sz="1400" dirty="0"/>
              <a:t>L1 (4, 1)</a:t>
            </a:r>
            <a:endParaRPr sz="1400" dirty="0"/>
          </a:p>
        </p:txBody>
      </p:sp>
      <p:cxnSp>
        <p:nvCxnSpPr>
          <p:cNvPr id="37" name="Google Shape;417;g254a6bbbaed_0_0">
            <a:extLst>
              <a:ext uri="{FF2B5EF4-FFF2-40B4-BE49-F238E27FC236}">
                <a16:creationId xmlns:a16="http://schemas.microsoft.com/office/drawing/2014/main" id="{41D8672C-421D-0894-1333-C1B22C6DA443}"/>
              </a:ext>
            </a:extLst>
          </p:cNvPr>
          <p:cNvCxnSpPr>
            <a:endCxn id="35" idx="0"/>
          </p:cNvCxnSpPr>
          <p:nvPr/>
        </p:nvCxnSpPr>
        <p:spPr>
          <a:xfrm>
            <a:off x="8683913" y="2191925"/>
            <a:ext cx="926700" cy="550200"/>
          </a:xfrm>
          <a:prstGeom prst="straightConnector1">
            <a:avLst/>
          </a:prstGeom>
          <a:noFill/>
          <a:ln w="9525" cap="flat" cmpd="sng">
            <a:solidFill>
              <a:schemeClr val="dk2"/>
            </a:solidFill>
            <a:prstDash val="solid"/>
            <a:round/>
            <a:headEnd type="none" w="med" len="med"/>
            <a:tailEnd type="none" w="med" len="med"/>
          </a:ln>
        </p:spPr>
      </p:cxnSp>
      <p:cxnSp>
        <p:nvCxnSpPr>
          <p:cNvPr id="38" name="Google Shape;418;g254a6bbbaed_0_0">
            <a:extLst>
              <a:ext uri="{FF2B5EF4-FFF2-40B4-BE49-F238E27FC236}">
                <a16:creationId xmlns:a16="http://schemas.microsoft.com/office/drawing/2014/main" id="{768C9568-7287-62F9-BA95-51E25F3C8605}"/>
              </a:ext>
            </a:extLst>
          </p:cNvPr>
          <p:cNvCxnSpPr>
            <a:endCxn id="34" idx="0"/>
          </p:cNvCxnSpPr>
          <p:nvPr/>
        </p:nvCxnSpPr>
        <p:spPr>
          <a:xfrm flipH="1">
            <a:off x="7682188" y="2191925"/>
            <a:ext cx="1001700" cy="550200"/>
          </a:xfrm>
          <a:prstGeom prst="straightConnector1">
            <a:avLst/>
          </a:prstGeom>
          <a:noFill/>
          <a:ln w="9525" cap="flat" cmpd="sng">
            <a:solidFill>
              <a:schemeClr val="dk2"/>
            </a:solidFill>
            <a:prstDash val="solid"/>
            <a:round/>
            <a:headEnd type="none" w="med" len="med"/>
            <a:tailEnd type="none" w="med" len="med"/>
          </a:ln>
        </p:spPr>
      </p:cxnSp>
      <p:cxnSp>
        <p:nvCxnSpPr>
          <p:cNvPr id="39" name="Google Shape;419;g254a6bbbaed_0_0">
            <a:extLst>
              <a:ext uri="{FF2B5EF4-FFF2-40B4-BE49-F238E27FC236}">
                <a16:creationId xmlns:a16="http://schemas.microsoft.com/office/drawing/2014/main" id="{110548BF-5B72-C919-49BB-5D942D04A559}"/>
              </a:ext>
            </a:extLst>
          </p:cNvPr>
          <p:cNvCxnSpPr>
            <a:stCxn id="30" idx="0"/>
            <a:endCxn id="34" idx="2"/>
          </p:cNvCxnSpPr>
          <p:nvPr/>
        </p:nvCxnSpPr>
        <p:spPr>
          <a:xfrm rot="10800000" flipH="1">
            <a:off x="7177363" y="3131650"/>
            <a:ext cx="504900" cy="430800"/>
          </a:xfrm>
          <a:prstGeom prst="straightConnector1">
            <a:avLst/>
          </a:prstGeom>
          <a:noFill/>
          <a:ln w="9525" cap="flat" cmpd="sng">
            <a:solidFill>
              <a:schemeClr val="dk2"/>
            </a:solidFill>
            <a:prstDash val="solid"/>
            <a:round/>
            <a:headEnd type="none" w="med" len="med"/>
            <a:tailEnd type="none" w="med" len="med"/>
          </a:ln>
        </p:spPr>
      </p:cxnSp>
      <p:cxnSp>
        <p:nvCxnSpPr>
          <p:cNvPr id="40" name="Google Shape;420;g254a6bbbaed_0_0">
            <a:extLst>
              <a:ext uri="{FF2B5EF4-FFF2-40B4-BE49-F238E27FC236}">
                <a16:creationId xmlns:a16="http://schemas.microsoft.com/office/drawing/2014/main" id="{6E232DDA-D446-A5A0-5711-4948A1B4DEA9}"/>
              </a:ext>
            </a:extLst>
          </p:cNvPr>
          <p:cNvCxnSpPr>
            <a:stCxn id="31" idx="0"/>
          </p:cNvCxnSpPr>
          <p:nvPr/>
        </p:nvCxnSpPr>
        <p:spPr>
          <a:xfrm rot="10800000">
            <a:off x="7682238" y="3131650"/>
            <a:ext cx="471000" cy="430800"/>
          </a:xfrm>
          <a:prstGeom prst="straightConnector1">
            <a:avLst/>
          </a:prstGeom>
          <a:noFill/>
          <a:ln w="9525" cap="flat" cmpd="sng">
            <a:solidFill>
              <a:schemeClr val="dk2"/>
            </a:solidFill>
            <a:prstDash val="solid"/>
            <a:round/>
            <a:headEnd type="none" w="med" len="med"/>
            <a:tailEnd type="none" w="med" len="med"/>
          </a:ln>
        </p:spPr>
      </p:cxnSp>
      <p:cxnSp>
        <p:nvCxnSpPr>
          <p:cNvPr id="41" name="Google Shape;421;g254a6bbbaed_0_0">
            <a:extLst>
              <a:ext uri="{FF2B5EF4-FFF2-40B4-BE49-F238E27FC236}">
                <a16:creationId xmlns:a16="http://schemas.microsoft.com/office/drawing/2014/main" id="{FB492A8E-C4E0-4742-75BA-8C6F99DBF547}"/>
              </a:ext>
            </a:extLst>
          </p:cNvPr>
          <p:cNvCxnSpPr>
            <a:endCxn id="35" idx="2"/>
          </p:cNvCxnSpPr>
          <p:nvPr/>
        </p:nvCxnSpPr>
        <p:spPr>
          <a:xfrm rot="10800000">
            <a:off x="9610613" y="3131525"/>
            <a:ext cx="525300" cy="430800"/>
          </a:xfrm>
          <a:prstGeom prst="straightConnector1">
            <a:avLst/>
          </a:prstGeom>
          <a:noFill/>
          <a:ln w="9525" cap="flat" cmpd="sng">
            <a:solidFill>
              <a:schemeClr val="dk2"/>
            </a:solidFill>
            <a:prstDash val="solid"/>
            <a:round/>
            <a:headEnd type="none" w="med" len="med"/>
            <a:tailEnd type="none" w="med" len="med"/>
          </a:ln>
        </p:spPr>
      </p:cxnSp>
      <p:cxnSp>
        <p:nvCxnSpPr>
          <p:cNvPr id="42" name="Google Shape;422;g254a6bbbaed_0_0">
            <a:extLst>
              <a:ext uri="{FF2B5EF4-FFF2-40B4-BE49-F238E27FC236}">
                <a16:creationId xmlns:a16="http://schemas.microsoft.com/office/drawing/2014/main" id="{E3B6F845-9E59-77FE-C100-698265DFAAF1}"/>
              </a:ext>
            </a:extLst>
          </p:cNvPr>
          <p:cNvCxnSpPr>
            <a:stCxn id="32" idx="0"/>
          </p:cNvCxnSpPr>
          <p:nvPr/>
        </p:nvCxnSpPr>
        <p:spPr>
          <a:xfrm rot="10800000" flipH="1">
            <a:off x="9127738" y="3131650"/>
            <a:ext cx="483000" cy="430800"/>
          </a:xfrm>
          <a:prstGeom prst="straightConnector1">
            <a:avLst/>
          </a:prstGeom>
          <a:noFill/>
          <a:ln w="9525" cap="flat" cmpd="sng">
            <a:solidFill>
              <a:schemeClr val="dk2"/>
            </a:solidFill>
            <a:prstDash val="solid"/>
            <a:round/>
            <a:headEnd type="none" w="med" len="med"/>
            <a:tailEnd type="none" w="med" len="med"/>
          </a:ln>
        </p:spPr>
      </p:cxnSp>
      <p:cxnSp>
        <p:nvCxnSpPr>
          <p:cNvPr id="43" name="Google Shape;423;g254a6bbbaed_0_0">
            <a:extLst>
              <a:ext uri="{FF2B5EF4-FFF2-40B4-BE49-F238E27FC236}">
                <a16:creationId xmlns:a16="http://schemas.microsoft.com/office/drawing/2014/main" id="{A1614BEA-EE6B-FE48-4BA6-C9DB13D5ECA1}"/>
              </a:ext>
            </a:extLst>
          </p:cNvPr>
          <p:cNvCxnSpPr/>
          <p:nvPr/>
        </p:nvCxnSpPr>
        <p:spPr>
          <a:xfrm>
            <a:off x="3879063" y="1461650"/>
            <a:ext cx="13800" cy="2855400"/>
          </a:xfrm>
          <a:prstGeom prst="straightConnector1">
            <a:avLst/>
          </a:prstGeom>
          <a:noFill/>
          <a:ln w="9525" cap="flat" cmpd="sng">
            <a:solidFill>
              <a:schemeClr val="dk2"/>
            </a:solidFill>
            <a:prstDash val="solid"/>
            <a:round/>
            <a:headEnd type="none" w="med" len="med"/>
            <a:tailEnd type="none" w="med" len="med"/>
          </a:ln>
        </p:spPr>
      </p:cxnSp>
      <p:cxnSp>
        <p:nvCxnSpPr>
          <p:cNvPr id="44" name="Google Shape;424;g254a6bbbaed_0_0">
            <a:extLst>
              <a:ext uri="{FF2B5EF4-FFF2-40B4-BE49-F238E27FC236}">
                <a16:creationId xmlns:a16="http://schemas.microsoft.com/office/drawing/2014/main" id="{5C95659E-2DF8-E64E-C090-4BBC351EE3E2}"/>
              </a:ext>
            </a:extLst>
          </p:cNvPr>
          <p:cNvCxnSpPr/>
          <p:nvPr/>
        </p:nvCxnSpPr>
        <p:spPr>
          <a:xfrm>
            <a:off x="2420225" y="2825025"/>
            <a:ext cx="0" cy="1480500"/>
          </a:xfrm>
          <a:prstGeom prst="straightConnector1">
            <a:avLst/>
          </a:prstGeom>
          <a:noFill/>
          <a:ln w="9525" cap="flat" cmpd="sng">
            <a:solidFill>
              <a:schemeClr val="dk2"/>
            </a:solidFill>
            <a:prstDash val="solid"/>
            <a:round/>
            <a:headEnd type="none" w="med" len="med"/>
            <a:tailEnd type="none" w="med" len="med"/>
          </a:ln>
        </p:spPr>
      </p:cxnSp>
      <p:sp>
        <p:nvSpPr>
          <p:cNvPr id="45" name="Google Shape;427;g254a6bbbaed_0_0">
            <a:extLst>
              <a:ext uri="{FF2B5EF4-FFF2-40B4-BE49-F238E27FC236}">
                <a16:creationId xmlns:a16="http://schemas.microsoft.com/office/drawing/2014/main" id="{DB1F9005-5170-A4AB-BD7A-F8A954801E48}"/>
              </a:ext>
            </a:extLst>
          </p:cNvPr>
          <p:cNvSpPr txBox="1"/>
          <p:nvPr/>
        </p:nvSpPr>
        <p:spPr>
          <a:xfrm>
            <a:off x="5757751" y="2084100"/>
            <a:ext cx="483000" cy="431100"/>
          </a:xfrm>
          <a:prstGeom prst="rect">
            <a:avLst/>
          </a:prstGeom>
          <a:noFill/>
          <a:ln>
            <a:noFill/>
          </a:ln>
        </p:spPr>
        <p:txBody>
          <a:bodyPr spcFirstLastPara="1" wrap="square" lIns="91425" tIns="91425" rIns="91425" bIns="91425" anchor="t" anchorCtr="0">
            <a:spAutoFit/>
          </a:bodyPr>
          <a:lstStyle/>
          <a:p>
            <a:pPr algn="ctr"/>
            <a:r>
              <a:rPr lang="en-US" altLang="ja-JP" sz="1600" b="1">
                <a:latin typeface="Calibri"/>
                <a:ea typeface="Calibri"/>
                <a:cs typeface="Calibri"/>
                <a:sym typeface="Calibri"/>
              </a:rPr>
              <a:t>L3</a:t>
            </a:r>
            <a:endParaRPr sz="1600" b="1">
              <a:latin typeface="Calibri"/>
              <a:ea typeface="Calibri"/>
              <a:cs typeface="Calibri"/>
              <a:sym typeface="Calibri"/>
            </a:endParaRPr>
          </a:p>
        </p:txBody>
      </p:sp>
      <p:sp>
        <p:nvSpPr>
          <p:cNvPr id="46" name="Google Shape;428;g254a6bbbaed_0_0">
            <a:extLst>
              <a:ext uri="{FF2B5EF4-FFF2-40B4-BE49-F238E27FC236}">
                <a16:creationId xmlns:a16="http://schemas.microsoft.com/office/drawing/2014/main" id="{E5AD8A2D-1BD9-E200-2AA1-AAE912ED4465}"/>
              </a:ext>
            </a:extLst>
          </p:cNvPr>
          <p:cNvSpPr txBox="1"/>
          <p:nvPr/>
        </p:nvSpPr>
        <p:spPr>
          <a:xfrm>
            <a:off x="2178714" y="4254225"/>
            <a:ext cx="483000" cy="431100"/>
          </a:xfrm>
          <a:prstGeom prst="rect">
            <a:avLst/>
          </a:prstGeom>
          <a:noFill/>
          <a:ln>
            <a:noFill/>
          </a:ln>
        </p:spPr>
        <p:txBody>
          <a:bodyPr spcFirstLastPara="1" wrap="square" lIns="91425" tIns="91425" rIns="91425" bIns="91425" anchor="t" anchorCtr="0">
            <a:spAutoFit/>
          </a:bodyPr>
          <a:lstStyle/>
          <a:p>
            <a:pPr algn="ctr"/>
            <a:r>
              <a:rPr lang="en-US" altLang="ja-JP" sz="1600" b="1">
                <a:latin typeface="Calibri"/>
                <a:ea typeface="Calibri"/>
                <a:cs typeface="Calibri"/>
                <a:sym typeface="Calibri"/>
              </a:rPr>
              <a:t>L4</a:t>
            </a:r>
            <a:endParaRPr sz="1600" b="1">
              <a:latin typeface="Calibri"/>
              <a:ea typeface="Calibri"/>
              <a:cs typeface="Calibri"/>
              <a:sym typeface="Calibri"/>
            </a:endParaRPr>
          </a:p>
        </p:txBody>
      </p:sp>
      <p:sp>
        <p:nvSpPr>
          <p:cNvPr id="47" name="Google Shape;429;g254a6bbbaed_0_0">
            <a:extLst>
              <a:ext uri="{FF2B5EF4-FFF2-40B4-BE49-F238E27FC236}">
                <a16:creationId xmlns:a16="http://schemas.microsoft.com/office/drawing/2014/main" id="{1C06400C-0FAD-230C-7FB4-CEED01EAE13E}"/>
              </a:ext>
            </a:extLst>
          </p:cNvPr>
          <p:cNvSpPr txBox="1"/>
          <p:nvPr/>
        </p:nvSpPr>
        <p:spPr>
          <a:xfrm>
            <a:off x="2623951" y="1141938"/>
            <a:ext cx="483000" cy="431100"/>
          </a:xfrm>
          <a:prstGeom prst="rect">
            <a:avLst/>
          </a:prstGeom>
          <a:noFill/>
          <a:ln>
            <a:noFill/>
          </a:ln>
        </p:spPr>
        <p:txBody>
          <a:bodyPr spcFirstLastPara="1" wrap="square" lIns="91425" tIns="91425" rIns="91425" bIns="91425" anchor="t" anchorCtr="0">
            <a:spAutoFit/>
          </a:bodyPr>
          <a:lstStyle/>
          <a:p>
            <a:pPr algn="ctr"/>
            <a:r>
              <a:rPr lang="en-US" altLang="ja-JP" sz="1600" b="1">
                <a:latin typeface="Calibri"/>
                <a:ea typeface="Calibri"/>
                <a:cs typeface="Calibri"/>
                <a:sym typeface="Calibri"/>
              </a:rPr>
              <a:t>L5</a:t>
            </a:r>
            <a:endParaRPr sz="1600" b="1">
              <a:latin typeface="Calibri"/>
              <a:ea typeface="Calibri"/>
              <a:cs typeface="Calibri"/>
              <a:sym typeface="Calibri"/>
            </a:endParaRPr>
          </a:p>
        </p:txBody>
      </p:sp>
      <p:sp>
        <p:nvSpPr>
          <p:cNvPr id="48" name="Google Shape;430;g254a6bbbaed_0_0">
            <a:extLst>
              <a:ext uri="{FF2B5EF4-FFF2-40B4-BE49-F238E27FC236}">
                <a16:creationId xmlns:a16="http://schemas.microsoft.com/office/drawing/2014/main" id="{61BF6F19-7C4C-D41A-65B1-83E863349E9B}"/>
              </a:ext>
            </a:extLst>
          </p:cNvPr>
          <p:cNvSpPr txBox="1"/>
          <p:nvPr/>
        </p:nvSpPr>
        <p:spPr>
          <a:xfrm>
            <a:off x="5134414" y="4254225"/>
            <a:ext cx="483000" cy="431100"/>
          </a:xfrm>
          <a:prstGeom prst="rect">
            <a:avLst/>
          </a:prstGeom>
          <a:noFill/>
          <a:ln>
            <a:noFill/>
          </a:ln>
        </p:spPr>
        <p:txBody>
          <a:bodyPr spcFirstLastPara="1" wrap="square" lIns="91425" tIns="91425" rIns="91425" bIns="91425" anchor="t" anchorCtr="0">
            <a:spAutoFit/>
          </a:bodyPr>
          <a:lstStyle/>
          <a:p>
            <a:pPr algn="ctr"/>
            <a:r>
              <a:rPr lang="en-US" altLang="ja-JP" sz="1600" b="1">
                <a:latin typeface="Calibri"/>
                <a:ea typeface="Calibri"/>
                <a:cs typeface="Calibri"/>
                <a:sym typeface="Calibri"/>
              </a:rPr>
              <a:t>L6</a:t>
            </a:r>
            <a:endParaRPr sz="1600" b="1">
              <a:latin typeface="Calibri"/>
              <a:ea typeface="Calibri"/>
              <a:cs typeface="Calibri"/>
              <a:sym typeface="Calibri"/>
            </a:endParaRPr>
          </a:p>
        </p:txBody>
      </p:sp>
      <p:sp>
        <p:nvSpPr>
          <p:cNvPr id="49" name="Google Shape;431;g254a6bbbaed_0_0">
            <a:extLst>
              <a:ext uri="{FF2B5EF4-FFF2-40B4-BE49-F238E27FC236}">
                <a16:creationId xmlns:a16="http://schemas.microsoft.com/office/drawing/2014/main" id="{CD8FD1A2-7254-3214-DB6E-1DDC25EFF9C8}"/>
              </a:ext>
            </a:extLst>
          </p:cNvPr>
          <p:cNvSpPr txBox="1"/>
          <p:nvPr/>
        </p:nvSpPr>
        <p:spPr>
          <a:xfrm>
            <a:off x="4631301" y="1141950"/>
            <a:ext cx="483000" cy="431100"/>
          </a:xfrm>
          <a:prstGeom prst="rect">
            <a:avLst/>
          </a:prstGeom>
          <a:noFill/>
          <a:ln>
            <a:noFill/>
          </a:ln>
        </p:spPr>
        <p:txBody>
          <a:bodyPr spcFirstLastPara="1" wrap="square" lIns="91425" tIns="91425" rIns="91425" bIns="91425" anchor="t" anchorCtr="0">
            <a:spAutoFit/>
          </a:bodyPr>
          <a:lstStyle/>
          <a:p>
            <a:pPr algn="ctr"/>
            <a:r>
              <a:rPr lang="en-US" altLang="ja-JP" sz="1600" b="1">
                <a:latin typeface="Calibri"/>
                <a:ea typeface="Calibri"/>
                <a:cs typeface="Calibri"/>
                <a:sym typeface="Calibri"/>
              </a:rPr>
              <a:t>L7</a:t>
            </a:r>
            <a:endParaRPr sz="1600" b="1" dirty="0">
              <a:latin typeface="Calibri"/>
              <a:ea typeface="Calibri"/>
              <a:cs typeface="Calibri"/>
              <a:sym typeface="Calibri"/>
            </a:endParaRPr>
          </a:p>
        </p:txBody>
      </p:sp>
      <p:sp>
        <p:nvSpPr>
          <p:cNvPr id="50" name="Google Shape;432;g254a6bbbaed_0_0">
            <a:extLst>
              <a:ext uri="{FF2B5EF4-FFF2-40B4-BE49-F238E27FC236}">
                <a16:creationId xmlns:a16="http://schemas.microsoft.com/office/drawing/2014/main" id="{09BB3A74-831B-B48A-6B3D-11846453100E}"/>
              </a:ext>
            </a:extLst>
          </p:cNvPr>
          <p:cNvSpPr txBox="1"/>
          <p:nvPr/>
        </p:nvSpPr>
        <p:spPr>
          <a:xfrm>
            <a:off x="3656576" y="1141938"/>
            <a:ext cx="483000" cy="431100"/>
          </a:xfrm>
          <a:prstGeom prst="rect">
            <a:avLst/>
          </a:prstGeom>
          <a:noFill/>
          <a:ln>
            <a:noFill/>
          </a:ln>
        </p:spPr>
        <p:txBody>
          <a:bodyPr spcFirstLastPara="1" wrap="square" lIns="91425" tIns="91425" rIns="91425" bIns="91425" anchor="t" anchorCtr="0">
            <a:spAutoFit/>
          </a:bodyPr>
          <a:lstStyle/>
          <a:p>
            <a:pPr algn="ctr"/>
            <a:r>
              <a:rPr lang="en-US" altLang="ja-JP" sz="1600" b="1">
                <a:latin typeface="Calibri"/>
                <a:ea typeface="Calibri"/>
                <a:cs typeface="Calibri"/>
                <a:sym typeface="Calibri"/>
              </a:rPr>
              <a:t>L1</a:t>
            </a:r>
            <a:endParaRPr sz="1600" b="1">
              <a:latin typeface="Calibri"/>
              <a:ea typeface="Calibri"/>
              <a:cs typeface="Calibri"/>
              <a:sym typeface="Calibri"/>
            </a:endParaRPr>
          </a:p>
        </p:txBody>
      </p:sp>
      <p:sp>
        <p:nvSpPr>
          <p:cNvPr id="51" name="Google Shape;433;g254a6bbbaed_0_0">
            <a:extLst>
              <a:ext uri="{FF2B5EF4-FFF2-40B4-BE49-F238E27FC236}">
                <a16:creationId xmlns:a16="http://schemas.microsoft.com/office/drawing/2014/main" id="{582BA0A6-8BAC-1566-ACD6-6F97F15EA744}"/>
              </a:ext>
            </a:extLst>
          </p:cNvPr>
          <p:cNvSpPr txBox="1"/>
          <p:nvPr/>
        </p:nvSpPr>
        <p:spPr>
          <a:xfrm>
            <a:off x="1498901" y="2597500"/>
            <a:ext cx="483000" cy="431100"/>
          </a:xfrm>
          <a:prstGeom prst="rect">
            <a:avLst/>
          </a:prstGeom>
          <a:noFill/>
          <a:ln>
            <a:noFill/>
          </a:ln>
        </p:spPr>
        <p:txBody>
          <a:bodyPr spcFirstLastPara="1" wrap="square" lIns="91425" tIns="91425" rIns="91425" bIns="91425" anchor="t" anchorCtr="0">
            <a:spAutoFit/>
          </a:bodyPr>
          <a:lstStyle/>
          <a:p>
            <a:pPr algn="ctr"/>
            <a:r>
              <a:rPr lang="en-US" altLang="ja-JP" sz="1600" b="1">
                <a:latin typeface="Calibri"/>
                <a:ea typeface="Calibri"/>
                <a:cs typeface="Calibri"/>
                <a:sym typeface="Calibri"/>
              </a:rPr>
              <a:t>L2</a:t>
            </a:r>
            <a:endParaRPr sz="1600" b="1">
              <a:latin typeface="Calibri"/>
              <a:ea typeface="Calibri"/>
              <a:cs typeface="Calibri"/>
              <a:sym typeface="Calibri"/>
            </a:endParaRPr>
          </a:p>
        </p:txBody>
      </p:sp>
      <p:sp>
        <p:nvSpPr>
          <p:cNvPr id="52" name="Google Shape;434;g254a6bbbaed_0_0">
            <a:extLst>
              <a:ext uri="{FF2B5EF4-FFF2-40B4-BE49-F238E27FC236}">
                <a16:creationId xmlns:a16="http://schemas.microsoft.com/office/drawing/2014/main" id="{CF6421B8-72C0-5E63-B314-E65477316067}"/>
              </a:ext>
            </a:extLst>
          </p:cNvPr>
          <p:cNvSpPr/>
          <p:nvPr/>
        </p:nvSpPr>
        <p:spPr>
          <a:xfrm>
            <a:off x="3822523" y="3738848"/>
            <a:ext cx="128400" cy="128400"/>
          </a:xfrm>
          <a:prstGeom prst="flowChartConnector">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highlight>
                <a:srgbClr val="FF0000"/>
              </a:highlight>
            </a:endParaRPr>
          </a:p>
        </p:txBody>
      </p:sp>
      <p:sp>
        <p:nvSpPr>
          <p:cNvPr id="53" name="Google Shape;435;g254a6bbbaed_0_0">
            <a:extLst>
              <a:ext uri="{FF2B5EF4-FFF2-40B4-BE49-F238E27FC236}">
                <a16:creationId xmlns:a16="http://schemas.microsoft.com/office/drawing/2014/main" id="{47030B66-2691-41C9-D29B-4A4E0FAA932F}"/>
              </a:ext>
            </a:extLst>
          </p:cNvPr>
          <p:cNvSpPr/>
          <p:nvPr/>
        </p:nvSpPr>
        <p:spPr>
          <a:xfrm>
            <a:off x="2366434" y="3738848"/>
            <a:ext cx="128400" cy="128400"/>
          </a:xfrm>
          <a:prstGeom prst="flowChartConnector">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highlight>
                <a:srgbClr val="FF0000"/>
              </a:highlight>
            </a:endParaRPr>
          </a:p>
        </p:txBody>
      </p:sp>
      <p:sp>
        <p:nvSpPr>
          <p:cNvPr id="54" name="Google Shape;406;g254a6bbbaed_0_0">
            <a:extLst>
              <a:ext uri="{FF2B5EF4-FFF2-40B4-BE49-F238E27FC236}">
                <a16:creationId xmlns:a16="http://schemas.microsoft.com/office/drawing/2014/main" id="{2010FD3E-7D5A-AF33-1837-6414A526D8EF}"/>
              </a:ext>
            </a:extLst>
          </p:cNvPr>
          <p:cNvSpPr txBox="1"/>
          <p:nvPr/>
        </p:nvSpPr>
        <p:spPr>
          <a:xfrm>
            <a:off x="3975525" y="3573603"/>
            <a:ext cx="874500" cy="431100"/>
          </a:xfrm>
          <a:prstGeom prst="rect">
            <a:avLst/>
          </a:prstGeom>
          <a:noFill/>
          <a:ln>
            <a:noFill/>
          </a:ln>
        </p:spPr>
        <p:txBody>
          <a:bodyPr spcFirstLastPara="1" wrap="square" lIns="91425" tIns="91425" rIns="91425" bIns="91425" anchor="t" anchorCtr="0">
            <a:spAutoFit/>
          </a:bodyPr>
          <a:lstStyle/>
          <a:p>
            <a:r>
              <a:rPr lang="en-US" altLang="ja-JP" sz="1600" b="1">
                <a:latin typeface="Calibri"/>
                <a:ea typeface="Calibri"/>
                <a:cs typeface="Calibri"/>
                <a:sym typeface="Calibri"/>
              </a:rPr>
              <a:t>(</a:t>
            </a:r>
            <a:r>
              <a:rPr lang="en-US" altLang="ja-JP" sz="1600" b="1" dirty="0">
                <a:latin typeface="Calibri"/>
                <a:ea typeface="Calibri"/>
                <a:cs typeface="Calibri"/>
                <a:sym typeface="Calibri"/>
              </a:rPr>
              <a:t>4</a:t>
            </a:r>
            <a:r>
              <a:rPr lang="en-US" altLang="ja-JP" sz="1600" b="1">
                <a:latin typeface="Calibri"/>
                <a:ea typeface="Calibri"/>
                <a:cs typeface="Calibri"/>
                <a:sym typeface="Calibri"/>
              </a:rPr>
              <a:t>, </a:t>
            </a:r>
            <a:r>
              <a:rPr lang="en-US" altLang="ja-JP" sz="1600" b="1" dirty="0">
                <a:latin typeface="Calibri"/>
                <a:ea typeface="Calibri"/>
                <a:cs typeface="Calibri"/>
                <a:sym typeface="Calibri"/>
              </a:rPr>
              <a:t>1</a:t>
            </a:r>
            <a:r>
              <a:rPr lang="en-US" altLang="ja-JP" sz="1600" b="1">
                <a:latin typeface="Calibri"/>
                <a:ea typeface="Calibri"/>
                <a:cs typeface="Calibri"/>
                <a:sym typeface="Calibri"/>
              </a:rPr>
              <a:t>)</a:t>
            </a:r>
            <a:endParaRPr sz="1600" b="1" dirty="0">
              <a:latin typeface="Calibri"/>
              <a:ea typeface="Calibri"/>
              <a:cs typeface="Calibri"/>
              <a:sym typeface="Calibri"/>
            </a:endParaRPr>
          </a:p>
        </p:txBody>
      </p:sp>
      <p:sp>
        <p:nvSpPr>
          <p:cNvPr id="55" name="Google Shape;398;g254a6bbbaed_0_0">
            <a:extLst>
              <a:ext uri="{FF2B5EF4-FFF2-40B4-BE49-F238E27FC236}">
                <a16:creationId xmlns:a16="http://schemas.microsoft.com/office/drawing/2014/main" id="{385632B7-48A6-ED10-98FE-CC05512852DE}"/>
              </a:ext>
            </a:extLst>
          </p:cNvPr>
          <p:cNvSpPr/>
          <p:nvPr/>
        </p:nvSpPr>
        <p:spPr>
          <a:xfrm>
            <a:off x="4792162" y="2714038"/>
            <a:ext cx="128400" cy="128400"/>
          </a:xfrm>
          <a:prstGeom prst="flowChartConnector">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highlight>
                <a:srgbClr val="FF0000"/>
              </a:highlight>
            </a:endParaRPr>
          </a:p>
        </p:txBody>
      </p:sp>
      <p:sp>
        <p:nvSpPr>
          <p:cNvPr id="56" name="Google Shape;407;g254a6bbbaed_0_0">
            <a:extLst>
              <a:ext uri="{FF2B5EF4-FFF2-40B4-BE49-F238E27FC236}">
                <a16:creationId xmlns:a16="http://schemas.microsoft.com/office/drawing/2014/main" id="{7EDCDE7A-24F4-9CDD-4A7E-632A6348C981}"/>
              </a:ext>
            </a:extLst>
          </p:cNvPr>
          <p:cNvSpPr txBox="1"/>
          <p:nvPr/>
        </p:nvSpPr>
        <p:spPr>
          <a:xfrm>
            <a:off x="4555957" y="2770650"/>
            <a:ext cx="688813" cy="431100"/>
          </a:xfrm>
          <a:prstGeom prst="rect">
            <a:avLst/>
          </a:prstGeom>
          <a:noFill/>
          <a:ln>
            <a:noFill/>
          </a:ln>
        </p:spPr>
        <p:txBody>
          <a:bodyPr spcFirstLastPara="1" wrap="square" lIns="91425" tIns="91425" rIns="91425" bIns="91425" anchor="t" anchorCtr="0">
            <a:spAutoFit/>
          </a:bodyPr>
          <a:lstStyle/>
          <a:p>
            <a:r>
              <a:rPr lang="en-US" altLang="ja-JP" sz="1600" b="1">
                <a:solidFill>
                  <a:srgbClr val="FF0000"/>
                </a:solidFill>
                <a:latin typeface="Calibri"/>
                <a:ea typeface="Calibri"/>
                <a:cs typeface="Calibri"/>
                <a:sym typeface="Calibri"/>
              </a:rPr>
              <a:t>(6, </a:t>
            </a:r>
            <a:r>
              <a:rPr lang="en-US" altLang="ja-JP" sz="1600" b="1" dirty="0">
                <a:solidFill>
                  <a:srgbClr val="FF0000"/>
                </a:solidFill>
                <a:latin typeface="Calibri"/>
                <a:ea typeface="Calibri"/>
                <a:cs typeface="Calibri"/>
                <a:sym typeface="Calibri"/>
              </a:rPr>
              <a:t>3</a:t>
            </a:r>
            <a:r>
              <a:rPr lang="en-US" altLang="ja-JP" sz="1600" b="1">
                <a:solidFill>
                  <a:srgbClr val="FF0000"/>
                </a:solidFill>
                <a:latin typeface="Calibri"/>
                <a:ea typeface="Calibri"/>
                <a:cs typeface="Calibri"/>
                <a:sym typeface="Calibri"/>
              </a:rPr>
              <a:t>)</a:t>
            </a:r>
            <a:endParaRPr sz="1600" b="1" dirty="0">
              <a:solidFill>
                <a:srgbClr val="FF0000"/>
              </a:solidFill>
              <a:latin typeface="Calibri"/>
              <a:ea typeface="Calibri"/>
              <a:cs typeface="Calibri"/>
              <a:sym typeface="Calibri"/>
            </a:endParaRPr>
          </a:p>
        </p:txBody>
      </p:sp>
      <p:cxnSp>
        <p:nvCxnSpPr>
          <p:cNvPr id="57" name="Google Shape;423;g254a6bbbaed_0_0">
            <a:extLst>
              <a:ext uri="{FF2B5EF4-FFF2-40B4-BE49-F238E27FC236}">
                <a16:creationId xmlns:a16="http://schemas.microsoft.com/office/drawing/2014/main" id="{09646D92-0A3B-C66A-F961-0537AEF68E46}"/>
              </a:ext>
            </a:extLst>
          </p:cNvPr>
          <p:cNvCxnSpPr>
            <a:cxnSpLocks/>
          </p:cNvCxnSpPr>
          <p:nvPr/>
        </p:nvCxnSpPr>
        <p:spPr>
          <a:xfrm>
            <a:off x="3880837" y="1447504"/>
            <a:ext cx="6900" cy="2899231"/>
          </a:xfrm>
          <a:prstGeom prst="straightConnector1">
            <a:avLst/>
          </a:prstGeom>
          <a:noFill/>
          <a:ln w="50800" cap="flat" cmpd="sng">
            <a:solidFill>
              <a:schemeClr val="tx1"/>
            </a:solidFill>
            <a:prstDash val="solid"/>
            <a:round/>
            <a:headEnd type="none" w="med" len="med"/>
            <a:tailEnd type="none" w="med" len="med"/>
          </a:ln>
        </p:spPr>
      </p:cxnSp>
      <p:cxnSp>
        <p:nvCxnSpPr>
          <p:cNvPr id="58" name="Google Shape;423;g254a6bbbaed_0_0">
            <a:extLst>
              <a:ext uri="{FF2B5EF4-FFF2-40B4-BE49-F238E27FC236}">
                <a16:creationId xmlns:a16="http://schemas.microsoft.com/office/drawing/2014/main" id="{1F4015F5-8A14-A317-767E-F10646BE9A75}"/>
              </a:ext>
            </a:extLst>
          </p:cNvPr>
          <p:cNvCxnSpPr>
            <a:cxnSpLocks/>
          </p:cNvCxnSpPr>
          <p:nvPr/>
        </p:nvCxnSpPr>
        <p:spPr>
          <a:xfrm flipH="1" flipV="1">
            <a:off x="3908641" y="2304523"/>
            <a:ext cx="1983443" cy="9231"/>
          </a:xfrm>
          <a:prstGeom prst="straightConnector1">
            <a:avLst/>
          </a:prstGeom>
          <a:noFill/>
          <a:ln w="50800" cap="flat" cmpd="sng">
            <a:solidFill>
              <a:schemeClr val="tx1"/>
            </a:solidFill>
            <a:prstDash val="solid"/>
            <a:round/>
            <a:headEnd type="none" w="med" len="med"/>
            <a:tailEnd type="none" w="med" len="med"/>
          </a:ln>
        </p:spPr>
      </p:cxnSp>
      <p:sp>
        <p:nvSpPr>
          <p:cNvPr id="59" name="Google Shape;135;p4">
            <a:extLst>
              <a:ext uri="{FF2B5EF4-FFF2-40B4-BE49-F238E27FC236}">
                <a16:creationId xmlns:a16="http://schemas.microsoft.com/office/drawing/2014/main" id="{F65AE603-A136-AFD3-6066-BA90A49495E8}"/>
              </a:ext>
            </a:extLst>
          </p:cNvPr>
          <p:cNvSpPr/>
          <p:nvPr/>
        </p:nvSpPr>
        <p:spPr>
          <a:xfrm rot="10800000">
            <a:off x="2446536" y="5688410"/>
            <a:ext cx="1774451" cy="229112"/>
          </a:xfrm>
          <a:prstGeom prst="triangle">
            <a:avLst>
              <a:gd name="adj" fmla="val 50000"/>
            </a:avLst>
          </a:prstGeom>
          <a:solidFill>
            <a:srgbClr val="00206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algn="ctr"/>
            <a:endParaRPr>
              <a:solidFill>
                <a:schemeClr val="lt1"/>
              </a:solidFill>
              <a:latin typeface="Meiryo" panose="020B0604030504040204" pitchFamily="34" charset="-128"/>
              <a:ea typeface="Meiryo" panose="020B0604030504040204" pitchFamily="34" charset="-128"/>
              <a:cs typeface="Calibri"/>
              <a:sym typeface="Calibri"/>
            </a:endParaRPr>
          </a:p>
        </p:txBody>
      </p:sp>
    </p:spTree>
    <p:extLst>
      <p:ext uri="{BB962C8B-B14F-4D97-AF65-F5344CB8AC3E}">
        <p14:creationId xmlns:p14="http://schemas.microsoft.com/office/powerpoint/2010/main" val="27969641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500" fill="hold"/>
                                        <p:tgtEl>
                                          <p:spTgt spid="36"/>
                                        </p:tgtEl>
                                        <p:attrNameLst>
                                          <p:attrName>fillcolor</p:attrName>
                                        </p:attrNameLst>
                                      </p:cBhvr>
                                      <p:to>
                                        <a:srgbClr val="FFFB64"/>
                                      </p:to>
                                    </p:animClr>
                                    <p:set>
                                      <p:cBhvr>
                                        <p:cTn id="7" dur="500" fill="hold"/>
                                        <p:tgtEl>
                                          <p:spTgt spid="36"/>
                                        </p:tgtEl>
                                        <p:attrNameLst>
                                          <p:attrName>fill.type</p:attrName>
                                        </p:attrNameLst>
                                      </p:cBhvr>
                                      <p:to>
                                        <p:strVal val="solid"/>
                                      </p:to>
                                    </p:set>
                                    <p:set>
                                      <p:cBhvr>
                                        <p:cTn id="8" dur="500" fill="hold"/>
                                        <p:tgtEl>
                                          <p:spTgt spid="36"/>
                                        </p:tgtEl>
                                        <p:attrNameLst>
                                          <p:attrName>fill.on</p:attrName>
                                        </p:attrNameLst>
                                      </p:cBhvr>
                                      <p:to>
                                        <p:strVal val="true"/>
                                      </p:to>
                                    </p:set>
                                  </p:childTnLst>
                                </p:cTn>
                              </p:par>
                              <p:par>
                                <p:cTn id="9" presetID="9" presetClass="entr" presetSubtype="0" fill="hold" nodeType="withEffect">
                                  <p:stCondLst>
                                    <p:cond delay="0"/>
                                  </p:stCondLst>
                                  <p:childTnLst>
                                    <p:set>
                                      <p:cBhvr>
                                        <p:cTn id="10" dur="1" fill="hold">
                                          <p:stCondLst>
                                            <p:cond delay="0"/>
                                          </p:stCondLst>
                                        </p:cTn>
                                        <p:tgtEl>
                                          <p:spTgt spid="57"/>
                                        </p:tgtEl>
                                        <p:attrNameLst>
                                          <p:attrName>style.visibility</p:attrName>
                                        </p:attrNameLst>
                                      </p:cBhvr>
                                      <p:to>
                                        <p:strVal val="visible"/>
                                      </p:to>
                                    </p:set>
                                    <p:animEffect transition="in" filter="dissolve">
                                      <p:cBhvr>
                                        <p:cTn id="11" dur="10"/>
                                        <p:tgtEl>
                                          <p:spTgt spid="57"/>
                                        </p:tgtEl>
                                      </p:cBhvr>
                                    </p:animEffect>
                                  </p:childTnLst>
                                </p:cTn>
                              </p:par>
                              <p:par>
                                <p:cTn id="12" presetID="6" presetClass="emph" presetSubtype="0" fill="hold" grpId="0" nodeType="withEffect">
                                  <p:stCondLst>
                                    <p:cond delay="0"/>
                                  </p:stCondLst>
                                  <p:childTnLst>
                                    <p:animScale>
                                      <p:cBhvr>
                                        <p:cTn id="13" dur="10" fill="hold"/>
                                        <p:tgtEl>
                                          <p:spTgt spid="18"/>
                                        </p:tgtEl>
                                      </p:cBhvr>
                                      <p:by x="150000" y="150000"/>
                                    </p:animScale>
                                  </p:childTnLst>
                                </p:cTn>
                              </p:par>
                              <p:par>
                                <p:cTn id="14" presetID="6" presetClass="emph" presetSubtype="0" fill="hold" grpId="0" nodeType="withEffect">
                                  <p:stCondLst>
                                    <p:cond delay="0"/>
                                  </p:stCondLst>
                                  <p:childTnLst>
                                    <p:animScale>
                                      <p:cBhvr>
                                        <p:cTn id="15" dur="10" fill="hold"/>
                                        <p:tgtEl>
                                          <p:spTgt spid="17"/>
                                        </p:tgtEl>
                                      </p:cBhvr>
                                      <p:by x="150000" y="150000"/>
                                    </p:animScale>
                                  </p:childTnLst>
                                </p:cTn>
                              </p:par>
                              <p:par>
                                <p:cTn id="16" presetID="1" presetClass="emph" presetSubtype="2" fill="hold" nodeType="withEffect">
                                  <p:stCondLst>
                                    <p:cond delay="0"/>
                                  </p:stCondLst>
                                  <p:childTnLst>
                                    <p:animClr clrSpc="rgb" dir="cw">
                                      <p:cBhvr>
                                        <p:cTn id="17" dur="10" fill="hold"/>
                                        <p:tgtEl>
                                          <p:spTgt spid="18"/>
                                        </p:tgtEl>
                                        <p:attrNameLst>
                                          <p:attrName>fillcolor</p:attrName>
                                        </p:attrNameLst>
                                      </p:cBhvr>
                                      <p:to>
                                        <a:srgbClr val="FAFF00"/>
                                      </p:to>
                                    </p:animClr>
                                    <p:set>
                                      <p:cBhvr>
                                        <p:cTn id="18" dur="10" fill="hold"/>
                                        <p:tgtEl>
                                          <p:spTgt spid="18"/>
                                        </p:tgtEl>
                                        <p:attrNameLst>
                                          <p:attrName>fill.type</p:attrName>
                                        </p:attrNameLst>
                                      </p:cBhvr>
                                      <p:to>
                                        <p:strVal val="solid"/>
                                      </p:to>
                                    </p:set>
                                    <p:set>
                                      <p:cBhvr>
                                        <p:cTn id="19" dur="10" fill="hold"/>
                                        <p:tgtEl>
                                          <p:spTgt spid="18"/>
                                        </p:tgtEl>
                                        <p:attrNameLst>
                                          <p:attrName>fill.on</p:attrName>
                                        </p:attrNameLst>
                                      </p:cBhvr>
                                      <p:to>
                                        <p:strVal val="true"/>
                                      </p:to>
                                    </p:set>
                                  </p:childTnLst>
                                </p:cTn>
                              </p:par>
                              <p:par>
                                <p:cTn id="20" presetID="1" presetClass="emph" presetSubtype="2" fill="hold" nodeType="withEffect">
                                  <p:stCondLst>
                                    <p:cond delay="0"/>
                                  </p:stCondLst>
                                  <p:childTnLst>
                                    <p:animClr clrSpc="rgb" dir="cw">
                                      <p:cBhvr>
                                        <p:cTn id="21" dur="10" fill="hold"/>
                                        <p:tgtEl>
                                          <p:spTgt spid="17"/>
                                        </p:tgtEl>
                                        <p:attrNameLst>
                                          <p:attrName>fillcolor</p:attrName>
                                        </p:attrNameLst>
                                      </p:cBhvr>
                                      <p:to>
                                        <a:srgbClr val="FAFF00"/>
                                      </p:to>
                                    </p:animClr>
                                    <p:set>
                                      <p:cBhvr>
                                        <p:cTn id="22" dur="10" fill="hold"/>
                                        <p:tgtEl>
                                          <p:spTgt spid="17"/>
                                        </p:tgtEl>
                                        <p:attrNameLst>
                                          <p:attrName>fill.type</p:attrName>
                                        </p:attrNameLst>
                                      </p:cBhvr>
                                      <p:to>
                                        <p:strVal val="solid"/>
                                      </p:to>
                                    </p:set>
                                    <p:set>
                                      <p:cBhvr>
                                        <p:cTn id="23" dur="10" fill="hold"/>
                                        <p:tgtEl>
                                          <p:spTgt spid="17"/>
                                        </p:tgtEl>
                                        <p:attrNameLst>
                                          <p:attrName>fill.on</p:attrName>
                                        </p:attrNameLst>
                                      </p:cBhvr>
                                      <p:to>
                                        <p:strVal val="true"/>
                                      </p:to>
                                    </p:set>
                                  </p:childTnLst>
                                </p:cTn>
                              </p:par>
                            </p:childTnLst>
                          </p:cTn>
                        </p:par>
                      </p:childTnLst>
                    </p:cTn>
                  </p:par>
                  <p:par>
                    <p:cTn id="24" fill="hold">
                      <p:stCondLst>
                        <p:cond delay="indefinite"/>
                      </p:stCondLst>
                      <p:childTnLst>
                        <p:par>
                          <p:cTn id="25" fill="hold">
                            <p:stCondLst>
                              <p:cond delay="0"/>
                            </p:stCondLst>
                            <p:childTnLst>
                              <p:par>
                                <p:cTn id="26" presetID="1" presetClass="emph" presetSubtype="2" fill="hold" nodeType="clickEffect">
                                  <p:stCondLst>
                                    <p:cond delay="0"/>
                                  </p:stCondLst>
                                  <p:childTnLst>
                                    <p:animClr clrSpc="rgb" dir="cw">
                                      <p:cBhvr>
                                        <p:cTn id="27" dur="10" fill="hold"/>
                                        <p:tgtEl>
                                          <p:spTgt spid="18"/>
                                        </p:tgtEl>
                                        <p:attrNameLst>
                                          <p:attrName>fillcolor</p:attrName>
                                        </p:attrNameLst>
                                      </p:cBhvr>
                                      <p:to>
                                        <a:schemeClr val="tx1"/>
                                      </p:to>
                                    </p:animClr>
                                    <p:set>
                                      <p:cBhvr>
                                        <p:cTn id="28" dur="10" fill="hold"/>
                                        <p:tgtEl>
                                          <p:spTgt spid="18"/>
                                        </p:tgtEl>
                                        <p:attrNameLst>
                                          <p:attrName>fill.type</p:attrName>
                                        </p:attrNameLst>
                                      </p:cBhvr>
                                      <p:to>
                                        <p:strVal val="solid"/>
                                      </p:to>
                                    </p:set>
                                    <p:set>
                                      <p:cBhvr>
                                        <p:cTn id="29" dur="10" fill="hold"/>
                                        <p:tgtEl>
                                          <p:spTgt spid="18"/>
                                        </p:tgtEl>
                                        <p:attrNameLst>
                                          <p:attrName>fill.on</p:attrName>
                                        </p:attrNameLst>
                                      </p:cBhvr>
                                      <p:to>
                                        <p:strVal val="true"/>
                                      </p:to>
                                    </p:set>
                                  </p:childTnLst>
                                </p:cTn>
                              </p:par>
                              <p:par>
                                <p:cTn id="30" presetID="1" presetClass="emph" presetSubtype="2" fill="hold" nodeType="withEffect">
                                  <p:stCondLst>
                                    <p:cond delay="0"/>
                                  </p:stCondLst>
                                  <p:childTnLst>
                                    <p:animClr clrSpc="rgb" dir="cw">
                                      <p:cBhvr>
                                        <p:cTn id="31" dur="10" fill="hold"/>
                                        <p:tgtEl>
                                          <p:spTgt spid="17"/>
                                        </p:tgtEl>
                                        <p:attrNameLst>
                                          <p:attrName>fillcolor</p:attrName>
                                        </p:attrNameLst>
                                      </p:cBhvr>
                                      <p:to>
                                        <a:schemeClr val="tx1"/>
                                      </p:to>
                                    </p:animClr>
                                    <p:set>
                                      <p:cBhvr>
                                        <p:cTn id="32" dur="10" fill="hold"/>
                                        <p:tgtEl>
                                          <p:spTgt spid="17"/>
                                        </p:tgtEl>
                                        <p:attrNameLst>
                                          <p:attrName>fill.type</p:attrName>
                                        </p:attrNameLst>
                                      </p:cBhvr>
                                      <p:to>
                                        <p:strVal val="solid"/>
                                      </p:to>
                                    </p:set>
                                    <p:set>
                                      <p:cBhvr>
                                        <p:cTn id="33" dur="10" fill="hold"/>
                                        <p:tgtEl>
                                          <p:spTgt spid="17"/>
                                        </p:tgtEl>
                                        <p:attrNameLst>
                                          <p:attrName>fill.on</p:attrName>
                                        </p:attrNameLst>
                                      </p:cBhvr>
                                      <p:to>
                                        <p:strVal val="true"/>
                                      </p:to>
                                    </p:set>
                                  </p:childTnLst>
                                </p:cTn>
                              </p:par>
                              <p:par>
                                <p:cTn id="34" presetID="6" presetClass="emph" presetSubtype="0" fill="hold" grpId="1" nodeType="withEffect">
                                  <p:stCondLst>
                                    <p:cond delay="0"/>
                                  </p:stCondLst>
                                  <p:childTnLst>
                                    <p:animScale>
                                      <p:cBhvr>
                                        <p:cTn id="35" dur="10" fill="hold"/>
                                        <p:tgtEl>
                                          <p:spTgt spid="18"/>
                                        </p:tgtEl>
                                      </p:cBhvr>
                                      <p:by x="75000" y="75000"/>
                                    </p:animScale>
                                  </p:childTnLst>
                                </p:cTn>
                              </p:par>
                              <p:par>
                                <p:cTn id="36" presetID="6" presetClass="emph" presetSubtype="0" fill="hold" grpId="1" nodeType="withEffect">
                                  <p:stCondLst>
                                    <p:cond delay="0"/>
                                  </p:stCondLst>
                                  <p:childTnLst>
                                    <p:animScale>
                                      <p:cBhvr>
                                        <p:cTn id="37" dur="10" fill="hold"/>
                                        <p:tgtEl>
                                          <p:spTgt spid="17"/>
                                        </p:tgtEl>
                                      </p:cBhvr>
                                      <p:by x="75000" y="75000"/>
                                    </p:animScale>
                                  </p:childTnLst>
                                </p:cTn>
                              </p:par>
                              <p:par>
                                <p:cTn id="38" presetID="1" presetClass="emph" presetSubtype="2" fill="hold" nodeType="withEffect">
                                  <p:stCondLst>
                                    <p:cond delay="0"/>
                                  </p:stCondLst>
                                  <p:childTnLst>
                                    <p:animClr clrSpc="rgb" dir="cw">
                                      <p:cBhvr>
                                        <p:cTn id="39" dur="500" fill="hold"/>
                                        <p:tgtEl>
                                          <p:spTgt spid="36"/>
                                        </p:tgtEl>
                                        <p:attrNameLst>
                                          <p:attrName>fillcolor</p:attrName>
                                        </p:attrNameLst>
                                      </p:cBhvr>
                                      <p:to>
                                        <a:schemeClr val="bg1"/>
                                      </p:to>
                                    </p:animClr>
                                    <p:set>
                                      <p:cBhvr>
                                        <p:cTn id="40" dur="500" fill="hold"/>
                                        <p:tgtEl>
                                          <p:spTgt spid="36"/>
                                        </p:tgtEl>
                                        <p:attrNameLst>
                                          <p:attrName>fill.type</p:attrName>
                                        </p:attrNameLst>
                                      </p:cBhvr>
                                      <p:to>
                                        <p:strVal val="solid"/>
                                      </p:to>
                                    </p:set>
                                    <p:set>
                                      <p:cBhvr>
                                        <p:cTn id="41" dur="500" fill="hold"/>
                                        <p:tgtEl>
                                          <p:spTgt spid="36"/>
                                        </p:tgtEl>
                                        <p:attrNameLst>
                                          <p:attrName>fill.on</p:attrName>
                                        </p:attrNameLst>
                                      </p:cBhvr>
                                      <p:to>
                                        <p:strVal val="true"/>
                                      </p:to>
                                    </p:set>
                                  </p:childTnLst>
                                </p:cTn>
                              </p:par>
                              <p:par>
                                <p:cTn id="42" presetID="1" presetClass="exit" presetSubtype="0" fill="hold" nodeType="withEffect">
                                  <p:stCondLst>
                                    <p:cond delay="0"/>
                                  </p:stCondLst>
                                  <p:childTnLst>
                                    <p:set>
                                      <p:cBhvr>
                                        <p:cTn id="43" dur="1" fill="hold">
                                          <p:stCondLst>
                                            <p:cond delay="0"/>
                                          </p:stCondLst>
                                        </p:cTn>
                                        <p:tgtEl>
                                          <p:spTgt spid="57"/>
                                        </p:tgtEl>
                                        <p:attrNameLst>
                                          <p:attrName>style.visibility</p:attrName>
                                        </p:attrNameLst>
                                      </p:cBhvr>
                                      <p:to>
                                        <p:strVal val="hidden"/>
                                      </p:to>
                                    </p:set>
                                  </p:childTnLst>
                                </p:cTn>
                              </p:par>
                            </p:childTnLst>
                          </p:cTn>
                        </p:par>
                      </p:childTnLst>
                    </p:cTn>
                  </p:par>
                  <p:par>
                    <p:cTn id="44" fill="hold">
                      <p:stCondLst>
                        <p:cond delay="indefinite"/>
                      </p:stCondLst>
                      <p:childTnLst>
                        <p:par>
                          <p:cTn id="45" fill="hold">
                            <p:stCondLst>
                              <p:cond delay="0"/>
                            </p:stCondLst>
                            <p:childTnLst>
                              <p:par>
                                <p:cTn id="46" presetID="1" presetClass="emph" presetSubtype="2" fill="hold" nodeType="clickEffect">
                                  <p:stCondLst>
                                    <p:cond delay="0"/>
                                  </p:stCondLst>
                                  <p:childTnLst>
                                    <p:animClr clrSpc="rgb" dir="cw">
                                      <p:cBhvr>
                                        <p:cTn id="47" dur="10" fill="hold"/>
                                        <p:tgtEl>
                                          <p:spTgt spid="35"/>
                                        </p:tgtEl>
                                        <p:attrNameLst>
                                          <p:attrName>fillcolor</p:attrName>
                                        </p:attrNameLst>
                                      </p:cBhvr>
                                      <p:to>
                                        <a:srgbClr val="FFFB64"/>
                                      </p:to>
                                    </p:animClr>
                                    <p:set>
                                      <p:cBhvr>
                                        <p:cTn id="48" dur="10" fill="hold"/>
                                        <p:tgtEl>
                                          <p:spTgt spid="35"/>
                                        </p:tgtEl>
                                        <p:attrNameLst>
                                          <p:attrName>fill.type</p:attrName>
                                        </p:attrNameLst>
                                      </p:cBhvr>
                                      <p:to>
                                        <p:strVal val="solid"/>
                                      </p:to>
                                    </p:set>
                                    <p:set>
                                      <p:cBhvr>
                                        <p:cTn id="49" dur="10" fill="hold"/>
                                        <p:tgtEl>
                                          <p:spTgt spid="35"/>
                                        </p:tgtEl>
                                        <p:attrNameLst>
                                          <p:attrName>fill.on</p:attrName>
                                        </p:attrNameLst>
                                      </p:cBhvr>
                                      <p:to>
                                        <p:strVal val="true"/>
                                      </p:to>
                                    </p:set>
                                  </p:childTnLst>
                                </p:cTn>
                              </p:par>
                              <p:par>
                                <p:cTn id="50" presetID="6" presetClass="emph" presetSubtype="0" fill="hold" grpId="0" nodeType="withEffect">
                                  <p:stCondLst>
                                    <p:cond delay="0"/>
                                  </p:stCondLst>
                                  <p:childTnLst>
                                    <p:animScale>
                                      <p:cBhvr>
                                        <p:cTn id="51" dur="10" fill="hold"/>
                                        <p:tgtEl>
                                          <p:spTgt spid="20"/>
                                        </p:tgtEl>
                                      </p:cBhvr>
                                      <p:by x="150000" y="150000"/>
                                    </p:animScale>
                                  </p:childTnLst>
                                </p:cTn>
                              </p:par>
                              <p:par>
                                <p:cTn id="52" presetID="6" presetClass="emph" presetSubtype="0" fill="hold" grpId="0" nodeType="withEffect">
                                  <p:stCondLst>
                                    <p:cond delay="0"/>
                                  </p:stCondLst>
                                  <p:childTnLst>
                                    <p:animScale>
                                      <p:cBhvr>
                                        <p:cTn id="53" dur="10" fill="hold"/>
                                        <p:tgtEl>
                                          <p:spTgt spid="19"/>
                                        </p:tgtEl>
                                      </p:cBhvr>
                                      <p:by x="150000" y="150000"/>
                                    </p:animScale>
                                  </p:childTnLst>
                                </p:cTn>
                              </p:par>
                              <p:par>
                                <p:cTn id="54" presetID="1" presetClass="emph" presetSubtype="2" fill="hold" nodeType="withEffect">
                                  <p:stCondLst>
                                    <p:cond delay="0"/>
                                  </p:stCondLst>
                                  <p:childTnLst>
                                    <p:animClr clrSpc="rgb" dir="cw">
                                      <p:cBhvr>
                                        <p:cTn id="55" dur="10" fill="hold"/>
                                        <p:tgtEl>
                                          <p:spTgt spid="20"/>
                                        </p:tgtEl>
                                        <p:attrNameLst>
                                          <p:attrName>fillcolor</p:attrName>
                                        </p:attrNameLst>
                                      </p:cBhvr>
                                      <p:to>
                                        <a:srgbClr val="FAFF00"/>
                                      </p:to>
                                    </p:animClr>
                                    <p:set>
                                      <p:cBhvr>
                                        <p:cTn id="56" dur="10" fill="hold"/>
                                        <p:tgtEl>
                                          <p:spTgt spid="20"/>
                                        </p:tgtEl>
                                        <p:attrNameLst>
                                          <p:attrName>fill.type</p:attrName>
                                        </p:attrNameLst>
                                      </p:cBhvr>
                                      <p:to>
                                        <p:strVal val="solid"/>
                                      </p:to>
                                    </p:set>
                                    <p:set>
                                      <p:cBhvr>
                                        <p:cTn id="57" dur="10" fill="hold"/>
                                        <p:tgtEl>
                                          <p:spTgt spid="20"/>
                                        </p:tgtEl>
                                        <p:attrNameLst>
                                          <p:attrName>fill.on</p:attrName>
                                        </p:attrNameLst>
                                      </p:cBhvr>
                                      <p:to>
                                        <p:strVal val="true"/>
                                      </p:to>
                                    </p:set>
                                  </p:childTnLst>
                                </p:cTn>
                              </p:par>
                              <p:par>
                                <p:cTn id="58" presetID="1" presetClass="emph" presetSubtype="2" fill="hold" nodeType="withEffect">
                                  <p:stCondLst>
                                    <p:cond delay="0"/>
                                  </p:stCondLst>
                                  <p:childTnLst>
                                    <p:animClr clrSpc="rgb" dir="cw">
                                      <p:cBhvr>
                                        <p:cTn id="59" dur="10" fill="hold"/>
                                        <p:tgtEl>
                                          <p:spTgt spid="19"/>
                                        </p:tgtEl>
                                        <p:attrNameLst>
                                          <p:attrName>fillcolor</p:attrName>
                                        </p:attrNameLst>
                                      </p:cBhvr>
                                      <p:to>
                                        <a:srgbClr val="FAFF00"/>
                                      </p:to>
                                    </p:animClr>
                                    <p:set>
                                      <p:cBhvr>
                                        <p:cTn id="60" dur="10" fill="hold"/>
                                        <p:tgtEl>
                                          <p:spTgt spid="19"/>
                                        </p:tgtEl>
                                        <p:attrNameLst>
                                          <p:attrName>fill.type</p:attrName>
                                        </p:attrNameLst>
                                      </p:cBhvr>
                                      <p:to>
                                        <p:strVal val="solid"/>
                                      </p:to>
                                    </p:set>
                                    <p:set>
                                      <p:cBhvr>
                                        <p:cTn id="61" dur="10" fill="hold"/>
                                        <p:tgtEl>
                                          <p:spTgt spid="19"/>
                                        </p:tgtEl>
                                        <p:attrNameLst>
                                          <p:attrName>fill.on</p:attrName>
                                        </p:attrNameLst>
                                      </p:cBhvr>
                                      <p:to>
                                        <p:strVal val="true"/>
                                      </p:to>
                                    </p:set>
                                  </p:childTnLst>
                                </p:cTn>
                              </p:par>
                              <p:par>
                                <p:cTn id="62" presetID="1" presetClass="entr" presetSubtype="0" fill="hold" nodeType="withEffect">
                                  <p:stCondLst>
                                    <p:cond delay="0"/>
                                  </p:stCondLst>
                                  <p:childTnLst>
                                    <p:set>
                                      <p:cBhvr>
                                        <p:cTn id="63" dur="1" fill="hold">
                                          <p:stCondLst>
                                            <p:cond delay="0"/>
                                          </p:stCondLst>
                                        </p:cTn>
                                        <p:tgtEl>
                                          <p:spTgt spid="58"/>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mph" presetSubtype="2" fill="hold" nodeType="clickEffect">
                                  <p:stCondLst>
                                    <p:cond delay="0"/>
                                  </p:stCondLst>
                                  <p:childTnLst>
                                    <p:animClr clrSpc="rgb" dir="cw">
                                      <p:cBhvr>
                                        <p:cTn id="67" dur="10" fill="hold"/>
                                        <p:tgtEl>
                                          <p:spTgt spid="20"/>
                                        </p:tgtEl>
                                        <p:attrNameLst>
                                          <p:attrName>fillcolor</p:attrName>
                                        </p:attrNameLst>
                                      </p:cBhvr>
                                      <p:to>
                                        <a:schemeClr val="tx1"/>
                                      </p:to>
                                    </p:animClr>
                                    <p:set>
                                      <p:cBhvr>
                                        <p:cTn id="68" dur="10" fill="hold"/>
                                        <p:tgtEl>
                                          <p:spTgt spid="20"/>
                                        </p:tgtEl>
                                        <p:attrNameLst>
                                          <p:attrName>fill.type</p:attrName>
                                        </p:attrNameLst>
                                      </p:cBhvr>
                                      <p:to>
                                        <p:strVal val="solid"/>
                                      </p:to>
                                    </p:set>
                                    <p:set>
                                      <p:cBhvr>
                                        <p:cTn id="69" dur="10" fill="hold"/>
                                        <p:tgtEl>
                                          <p:spTgt spid="20"/>
                                        </p:tgtEl>
                                        <p:attrNameLst>
                                          <p:attrName>fill.on</p:attrName>
                                        </p:attrNameLst>
                                      </p:cBhvr>
                                      <p:to>
                                        <p:strVal val="true"/>
                                      </p:to>
                                    </p:set>
                                  </p:childTnLst>
                                </p:cTn>
                              </p:par>
                              <p:par>
                                <p:cTn id="70" presetID="1" presetClass="emph" presetSubtype="2" fill="hold" nodeType="withEffect">
                                  <p:stCondLst>
                                    <p:cond delay="0"/>
                                  </p:stCondLst>
                                  <p:childTnLst>
                                    <p:animClr clrSpc="rgb" dir="cw">
                                      <p:cBhvr>
                                        <p:cTn id="71" dur="10" fill="hold"/>
                                        <p:tgtEl>
                                          <p:spTgt spid="19"/>
                                        </p:tgtEl>
                                        <p:attrNameLst>
                                          <p:attrName>fillcolor</p:attrName>
                                        </p:attrNameLst>
                                      </p:cBhvr>
                                      <p:to>
                                        <a:schemeClr val="tx1"/>
                                      </p:to>
                                    </p:animClr>
                                    <p:set>
                                      <p:cBhvr>
                                        <p:cTn id="72" dur="10" fill="hold"/>
                                        <p:tgtEl>
                                          <p:spTgt spid="19"/>
                                        </p:tgtEl>
                                        <p:attrNameLst>
                                          <p:attrName>fill.type</p:attrName>
                                        </p:attrNameLst>
                                      </p:cBhvr>
                                      <p:to>
                                        <p:strVal val="solid"/>
                                      </p:to>
                                    </p:set>
                                    <p:set>
                                      <p:cBhvr>
                                        <p:cTn id="73" dur="10" fill="hold"/>
                                        <p:tgtEl>
                                          <p:spTgt spid="19"/>
                                        </p:tgtEl>
                                        <p:attrNameLst>
                                          <p:attrName>fill.on</p:attrName>
                                        </p:attrNameLst>
                                      </p:cBhvr>
                                      <p:to>
                                        <p:strVal val="true"/>
                                      </p:to>
                                    </p:set>
                                  </p:childTnLst>
                                </p:cTn>
                              </p:par>
                              <p:par>
                                <p:cTn id="74" presetID="6" presetClass="emph" presetSubtype="0" fill="hold" grpId="1" nodeType="withEffect">
                                  <p:stCondLst>
                                    <p:cond delay="0"/>
                                  </p:stCondLst>
                                  <p:childTnLst>
                                    <p:animScale>
                                      <p:cBhvr>
                                        <p:cTn id="75" dur="10" fill="hold"/>
                                        <p:tgtEl>
                                          <p:spTgt spid="19"/>
                                        </p:tgtEl>
                                      </p:cBhvr>
                                      <p:by x="75000" y="75000"/>
                                    </p:animScale>
                                  </p:childTnLst>
                                </p:cTn>
                              </p:par>
                              <p:par>
                                <p:cTn id="76" presetID="6" presetClass="emph" presetSubtype="0" fill="hold" grpId="1" nodeType="withEffect">
                                  <p:stCondLst>
                                    <p:cond delay="0"/>
                                  </p:stCondLst>
                                  <p:childTnLst>
                                    <p:animScale>
                                      <p:cBhvr>
                                        <p:cTn id="77" dur="10" fill="hold"/>
                                        <p:tgtEl>
                                          <p:spTgt spid="20"/>
                                        </p:tgtEl>
                                      </p:cBhvr>
                                      <p:by x="75000" y="75000"/>
                                    </p:animScale>
                                  </p:childTnLst>
                                </p:cTn>
                              </p:par>
                              <p:par>
                                <p:cTn id="78" presetID="1" presetClass="exit" presetSubtype="0" fill="hold" nodeType="withEffect">
                                  <p:stCondLst>
                                    <p:cond delay="0"/>
                                  </p:stCondLst>
                                  <p:childTnLst>
                                    <p:set>
                                      <p:cBhvr>
                                        <p:cTn id="79" dur="1" fill="hold">
                                          <p:stCondLst>
                                            <p:cond delay="0"/>
                                          </p:stCondLst>
                                        </p:cTn>
                                        <p:tgtEl>
                                          <p:spTgt spid="58"/>
                                        </p:tgtEl>
                                        <p:attrNameLst>
                                          <p:attrName>style.visibility</p:attrName>
                                        </p:attrNameLst>
                                      </p:cBhvr>
                                      <p:to>
                                        <p:strVal val="hidden"/>
                                      </p:to>
                                    </p:set>
                                  </p:childTnLst>
                                </p:cTn>
                              </p:par>
                              <p:par>
                                <p:cTn id="80" presetID="1" presetClass="emph" presetSubtype="2" fill="hold" nodeType="withEffect">
                                  <p:stCondLst>
                                    <p:cond delay="0"/>
                                  </p:stCondLst>
                                  <p:childTnLst>
                                    <p:animClr clrSpc="rgb" dir="cw">
                                      <p:cBhvr>
                                        <p:cTn id="81" dur="500" fill="hold"/>
                                        <p:tgtEl>
                                          <p:spTgt spid="35"/>
                                        </p:tgtEl>
                                        <p:attrNameLst>
                                          <p:attrName>fillcolor</p:attrName>
                                        </p:attrNameLst>
                                      </p:cBhvr>
                                      <p:to>
                                        <a:schemeClr val="bg1"/>
                                      </p:to>
                                    </p:animClr>
                                    <p:set>
                                      <p:cBhvr>
                                        <p:cTn id="82" dur="500" fill="hold"/>
                                        <p:tgtEl>
                                          <p:spTgt spid="35"/>
                                        </p:tgtEl>
                                        <p:attrNameLst>
                                          <p:attrName>fill.type</p:attrName>
                                        </p:attrNameLst>
                                      </p:cBhvr>
                                      <p:to>
                                        <p:strVal val="solid"/>
                                      </p:to>
                                    </p:set>
                                    <p:set>
                                      <p:cBhvr>
                                        <p:cTn id="83" dur="500" fill="hold"/>
                                        <p:tgtEl>
                                          <p:spTgt spid="35"/>
                                        </p:tgtEl>
                                        <p:attrNameLst>
                                          <p:attrName>fill.on</p:attrName>
                                        </p:attrNameLst>
                                      </p:cBhvr>
                                      <p:to>
                                        <p:strVal val="true"/>
                                      </p:to>
                                    </p:set>
                                  </p:childTnLst>
                                </p:cTn>
                              </p:par>
                            </p:childTnLst>
                          </p:cTn>
                        </p:par>
                      </p:childTnLst>
                    </p:cTn>
                  </p:par>
                  <p:par>
                    <p:cTn id="84" fill="hold">
                      <p:stCondLst>
                        <p:cond delay="indefinite"/>
                      </p:stCondLst>
                      <p:childTnLst>
                        <p:par>
                          <p:cTn id="85" fill="hold">
                            <p:stCondLst>
                              <p:cond delay="0"/>
                            </p:stCondLst>
                            <p:childTnLst>
                              <p:par>
                                <p:cTn id="86" presetID="1" presetClass="emph" presetSubtype="2" fill="hold" nodeType="clickEffect">
                                  <p:stCondLst>
                                    <p:cond delay="0"/>
                                  </p:stCondLst>
                                  <p:childTnLst>
                                    <p:animClr clrSpc="rgb" dir="cw">
                                      <p:cBhvr>
                                        <p:cTn id="87" dur="10" fill="hold"/>
                                        <p:tgtEl>
                                          <p:spTgt spid="32"/>
                                        </p:tgtEl>
                                        <p:attrNameLst>
                                          <p:attrName>fillcolor</p:attrName>
                                        </p:attrNameLst>
                                      </p:cBhvr>
                                      <p:to>
                                        <a:srgbClr val="FFFB64"/>
                                      </p:to>
                                    </p:animClr>
                                    <p:set>
                                      <p:cBhvr>
                                        <p:cTn id="88" dur="10" fill="hold"/>
                                        <p:tgtEl>
                                          <p:spTgt spid="32"/>
                                        </p:tgtEl>
                                        <p:attrNameLst>
                                          <p:attrName>fill.type</p:attrName>
                                        </p:attrNameLst>
                                      </p:cBhvr>
                                      <p:to>
                                        <p:strVal val="solid"/>
                                      </p:to>
                                    </p:set>
                                    <p:set>
                                      <p:cBhvr>
                                        <p:cTn id="89" dur="10" fill="hold"/>
                                        <p:tgtEl>
                                          <p:spTgt spid="32"/>
                                        </p:tgtEl>
                                        <p:attrNameLst>
                                          <p:attrName>fill.on</p:attrName>
                                        </p:attrNameLst>
                                      </p:cBhvr>
                                      <p:to>
                                        <p:strVal val="true"/>
                                      </p:to>
                                    </p:set>
                                  </p:childTnLst>
                                </p:cTn>
                              </p:par>
                              <p:par>
                                <p:cTn id="90" presetID="1" presetClass="emph" presetSubtype="2" fill="hold" grpId="2" nodeType="withEffect">
                                  <p:stCondLst>
                                    <p:cond delay="0"/>
                                  </p:stCondLst>
                                  <p:childTnLst>
                                    <p:animClr clrSpc="rgb" dir="cw">
                                      <p:cBhvr>
                                        <p:cTn id="91" dur="10" fill="hold"/>
                                        <p:tgtEl>
                                          <p:spTgt spid="20"/>
                                        </p:tgtEl>
                                        <p:attrNameLst>
                                          <p:attrName>fillcolor</p:attrName>
                                        </p:attrNameLst>
                                      </p:cBhvr>
                                      <p:to>
                                        <a:srgbClr val="FF0000"/>
                                      </p:to>
                                    </p:animClr>
                                    <p:set>
                                      <p:cBhvr>
                                        <p:cTn id="92" dur="10" fill="hold"/>
                                        <p:tgtEl>
                                          <p:spTgt spid="20"/>
                                        </p:tgtEl>
                                        <p:attrNameLst>
                                          <p:attrName>fill.type</p:attrName>
                                        </p:attrNameLst>
                                      </p:cBhvr>
                                      <p:to>
                                        <p:strVal val="solid"/>
                                      </p:to>
                                    </p:set>
                                    <p:set>
                                      <p:cBhvr>
                                        <p:cTn id="93" dur="10" fill="hold"/>
                                        <p:tgtEl>
                                          <p:spTgt spid="20"/>
                                        </p:tgtEl>
                                        <p:attrNameLst>
                                          <p:attrName>fill.on</p:attrName>
                                        </p:attrNameLst>
                                      </p:cBhvr>
                                      <p:to>
                                        <p:strVal val="true"/>
                                      </p:to>
                                    </p:set>
                                  </p:childTnLst>
                                </p:cTn>
                              </p:par>
                              <p:par>
                                <p:cTn id="94" presetID="6" presetClass="emph" presetSubtype="0" fill="hold" grpId="3" nodeType="withEffect">
                                  <p:stCondLst>
                                    <p:cond delay="0"/>
                                  </p:stCondLst>
                                  <p:childTnLst>
                                    <p:animScale>
                                      <p:cBhvr>
                                        <p:cTn id="95" dur="10" fill="hold"/>
                                        <p:tgtEl>
                                          <p:spTgt spid="20"/>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7" grpId="1" animBg="1"/>
      <p:bldP spid="18" grpId="0" animBg="1"/>
      <p:bldP spid="18" grpId="1" animBg="1"/>
      <p:bldP spid="19" grpId="0" animBg="1"/>
      <p:bldP spid="19" grpId="1" animBg="1"/>
      <p:bldP spid="20" grpId="0" animBg="1"/>
      <p:bldP spid="20" grpId="1" animBg="1"/>
      <p:bldP spid="20" grpId="2" animBg="1"/>
      <p:bldP spid="20" grpId="3"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383;g254a6bbbaed_0_0">
            <a:extLst>
              <a:ext uri="{FF2B5EF4-FFF2-40B4-BE49-F238E27FC236}">
                <a16:creationId xmlns:a16="http://schemas.microsoft.com/office/drawing/2014/main" id="{20D0D2CD-C4C8-96C0-FF26-BECE890A3488}"/>
              </a:ext>
            </a:extLst>
          </p:cNvPr>
          <p:cNvSpPr/>
          <p:nvPr/>
        </p:nvSpPr>
        <p:spPr>
          <a:xfrm>
            <a:off x="1615525" y="1182703"/>
            <a:ext cx="4798800" cy="3413100"/>
          </a:xfrm>
          <a:prstGeom prst="rect">
            <a:avLst/>
          </a:prstGeom>
          <a:solidFill>
            <a:schemeClr val="lt1"/>
          </a:solidFill>
          <a:ln w="9525" cap="flat" cmpd="sng">
            <a:solidFill>
              <a:schemeClr val="dk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sz="1700" b="1" dirty="0"/>
          </a:p>
        </p:txBody>
      </p:sp>
      <p:grpSp>
        <p:nvGrpSpPr>
          <p:cNvPr id="11" name="グループ化 10">
            <a:extLst>
              <a:ext uri="{FF2B5EF4-FFF2-40B4-BE49-F238E27FC236}">
                <a16:creationId xmlns:a16="http://schemas.microsoft.com/office/drawing/2014/main" id="{7494E3AD-056C-41DA-0BF6-804017913AC2}"/>
              </a:ext>
            </a:extLst>
          </p:cNvPr>
          <p:cNvGrpSpPr/>
          <p:nvPr/>
        </p:nvGrpSpPr>
        <p:grpSpPr>
          <a:xfrm rot="4253746">
            <a:off x="3561343" y="2394479"/>
            <a:ext cx="1257100" cy="1451385"/>
            <a:chOff x="4826710" y="5259802"/>
            <a:chExt cx="1045285" cy="1206834"/>
          </a:xfrm>
        </p:grpSpPr>
        <p:cxnSp>
          <p:nvCxnSpPr>
            <p:cNvPr id="12" name="直線コネクタ 11">
              <a:extLst>
                <a:ext uri="{FF2B5EF4-FFF2-40B4-BE49-F238E27FC236}">
                  <a16:creationId xmlns:a16="http://schemas.microsoft.com/office/drawing/2014/main" id="{2D1EDA3D-C57D-4A46-1696-EB4D0A01788B}"/>
                </a:ext>
              </a:extLst>
            </p:cNvPr>
            <p:cNvCxnSpPr>
              <a:cxnSpLocks/>
            </p:cNvCxnSpPr>
            <p:nvPr/>
          </p:nvCxnSpPr>
          <p:spPr>
            <a:xfrm>
              <a:off x="5280451" y="5259802"/>
              <a:ext cx="494507" cy="986728"/>
            </a:xfrm>
            <a:prstGeom prst="line">
              <a:avLst/>
            </a:prstGeom>
            <a:ln w="38100"/>
          </p:spPr>
          <p:style>
            <a:lnRef idx="1">
              <a:schemeClr val="dk1"/>
            </a:lnRef>
            <a:fillRef idx="0">
              <a:schemeClr val="dk1"/>
            </a:fillRef>
            <a:effectRef idx="0">
              <a:schemeClr val="dk1"/>
            </a:effectRef>
            <a:fontRef idx="minor">
              <a:schemeClr val="tx1"/>
            </a:fontRef>
          </p:style>
        </p:cxnSp>
        <p:sp>
          <p:nvSpPr>
            <p:cNvPr id="13" name="円弧 12">
              <a:extLst>
                <a:ext uri="{FF2B5EF4-FFF2-40B4-BE49-F238E27FC236}">
                  <a16:creationId xmlns:a16="http://schemas.microsoft.com/office/drawing/2014/main" id="{27138D6B-62DC-B72E-BFB9-E2E7D01B4A27}"/>
                </a:ext>
              </a:extLst>
            </p:cNvPr>
            <p:cNvSpPr/>
            <p:nvPr/>
          </p:nvSpPr>
          <p:spPr>
            <a:xfrm>
              <a:off x="4826710" y="5278303"/>
              <a:ext cx="914400" cy="914400"/>
            </a:xfrm>
            <a:prstGeom prst="arc">
              <a:avLst>
                <a:gd name="adj1" fmla="val 16200000"/>
                <a:gd name="adj2" fmla="val 19145138"/>
              </a:avLst>
            </a:prstGeom>
            <a:ln w="38100"/>
          </p:spPr>
          <p:style>
            <a:lnRef idx="1">
              <a:schemeClr val="dk1"/>
            </a:lnRef>
            <a:fillRef idx="0">
              <a:schemeClr val="dk1"/>
            </a:fillRef>
            <a:effectRef idx="0">
              <a:schemeClr val="dk1"/>
            </a:effectRef>
            <a:fontRef idx="minor">
              <a:schemeClr val="tx1"/>
            </a:fontRef>
          </p:style>
          <p:txBody>
            <a:bodyPr rtlCol="0" anchor="ctr"/>
            <a:lstStyle/>
            <a:p>
              <a:pPr algn="ctr"/>
              <a:endParaRPr lang="ja-JP" altLang="en-US"/>
            </a:p>
          </p:txBody>
        </p:sp>
        <p:sp>
          <p:nvSpPr>
            <p:cNvPr id="75" name="円弧 74">
              <a:extLst>
                <a:ext uri="{FF2B5EF4-FFF2-40B4-BE49-F238E27FC236}">
                  <a16:creationId xmlns:a16="http://schemas.microsoft.com/office/drawing/2014/main" id="{002B1BD9-208D-F398-E633-C2EC107F8705}"/>
                </a:ext>
              </a:extLst>
            </p:cNvPr>
            <p:cNvSpPr/>
            <p:nvPr/>
          </p:nvSpPr>
          <p:spPr>
            <a:xfrm rot="4412121">
              <a:off x="4957595" y="5552236"/>
              <a:ext cx="914400" cy="914400"/>
            </a:xfrm>
            <a:prstGeom prst="arc">
              <a:avLst>
                <a:gd name="adj1" fmla="val 16200000"/>
                <a:gd name="adj2" fmla="val 19145138"/>
              </a:avLst>
            </a:prstGeom>
            <a:ln w="38100"/>
          </p:spPr>
          <p:style>
            <a:lnRef idx="1">
              <a:schemeClr val="dk1"/>
            </a:lnRef>
            <a:fillRef idx="0">
              <a:schemeClr val="dk1"/>
            </a:fillRef>
            <a:effectRef idx="0">
              <a:schemeClr val="dk1"/>
            </a:effectRef>
            <a:fontRef idx="minor">
              <a:schemeClr val="tx1"/>
            </a:fontRef>
          </p:style>
          <p:txBody>
            <a:bodyPr rtlCol="0" anchor="ctr"/>
            <a:lstStyle/>
            <a:p>
              <a:pPr algn="ctr"/>
              <a:endParaRPr lang="ja-JP" altLang="en-US"/>
            </a:p>
          </p:txBody>
        </p:sp>
      </p:grpSp>
      <p:sp>
        <p:nvSpPr>
          <p:cNvPr id="2" name="タイトル 1">
            <a:extLst>
              <a:ext uri="{FF2B5EF4-FFF2-40B4-BE49-F238E27FC236}">
                <a16:creationId xmlns:a16="http://schemas.microsoft.com/office/drawing/2014/main" id="{24281E9E-DE52-9A75-7DEF-AA3C85326319}"/>
              </a:ext>
            </a:extLst>
          </p:cNvPr>
          <p:cNvSpPr>
            <a:spLocks noGrp="1"/>
          </p:cNvSpPr>
          <p:nvPr>
            <p:ph type="title"/>
          </p:nvPr>
        </p:nvSpPr>
        <p:spPr>
          <a:xfrm>
            <a:off x="277895" y="109030"/>
            <a:ext cx="9778315" cy="667131"/>
          </a:xfrm>
        </p:spPr>
        <p:txBody>
          <a:bodyPr>
            <a:normAutofit fontScale="90000"/>
          </a:bodyPr>
          <a:lstStyle/>
          <a:p>
            <a:r>
              <a:rPr lang="ja-JP" altLang="ja-JP">
                <a:latin typeface="Courier New" panose="02070309020205020404" pitchFamily="49" charset="0"/>
                <a:cs typeface="Courier New" panose="02070309020205020404" pitchFamily="49" charset="0"/>
              </a:rPr>
              <a:t>kd-tree：</a:t>
            </a:r>
            <a:r>
              <a:rPr lang="ja-JP" altLang="en-US">
                <a:latin typeface="Courier New" panose="02070309020205020404" pitchFamily="49" charset="0"/>
                <a:cs typeface="Courier New" panose="02070309020205020404" pitchFamily="49" charset="0"/>
              </a:rPr>
              <a:t>バックトラック処理</a:t>
            </a:r>
          </a:p>
        </p:txBody>
      </p:sp>
      <p:sp>
        <p:nvSpPr>
          <p:cNvPr id="84" name="Google Shape;367;g2549820c676_6_15">
            <a:extLst>
              <a:ext uri="{FF2B5EF4-FFF2-40B4-BE49-F238E27FC236}">
                <a16:creationId xmlns:a16="http://schemas.microsoft.com/office/drawing/2014/main" id="{5A92FDB9-5F6F-0EB7-F685-9D20CA2290A2}"/>
              </a:ext>
            </a:extLst>
          </p:cNvPr>
          <p:cNvSpPr txBox="1">
            <a:spLocks noGrp="1"/>
          </p:cNvSpPr>
          <p:nvPr>
            <p:ph type="body" idx="1"/>
          </p:nvPr>
        </p:nvSpPr>
        <p:spPr>
          <a:xfrm>
            <a:off x="277813" y="4723262"/>
            <a:ext cx="11614150" cy="2134737"/>
          </a:xfrm>
        </p:spPr>
        <p:txBody>
          <a:bodyPr spcFirstLastPara="1" vert="horz" wrap="square" lIns="91425" tIns="45700" rIns="91425" bIns="45700" rtlCol="0" anchor="t" anchorCtr="0">
            <a:normAutofit fontScale="47500" lnSpcReduction="20000"/>
          </a:bodyPr>
          <a:lstStyle/>
          <a:p>
            <a:pPr marL="114300" indent="0">
              <a:lnSpc>
                <a:spcPct val="120000"/>
              </a:lnSpc>
              <a:buNone/>
            </a:pPr>
            <a:r>
              <a:rPr lang="ja-JP" altLang="en-US"/>
              <a:t>１．注目している</a:t>
            </a:r>
            <a:r>
              <a:rPr lang="en-US" altLang="ja-JP" dirty="0" err="1"/>
              <a:t>kd</a:t>
            </a:r>
            <a:r>
              <a:rPr lang="en-US" altLang="ja-JP" dirty="0"/>
              <a:t>-tree</a:t>
            </a:r>
            <a:r>
              <a:rPr lang="ja-JP" altLang="en-US"/>
              <a:t>のノードの親ノードとテストデータの距離を計算</a:t>
            </a:r>
            <a:r>
              <a:rPr lang="en-US" altLang="ja-JP" dirty="0"/>
              <a:t>(</a:t>
            </a:r>
            <a:r>
              <a:rPr lang="ja-JP" altLang="en-US"/>
              <a:t>初めは暫定的な最近傍とテストデータ</a:t>
            </a:r>
            <a:r>
              <a:rPr lang="en-US" altLang="ja-JP" dirty="0"/>
              <a:t>)</a:t>
            </a:r>
          </a:p>
          <a:p>
            <a:pPr marL="114300" indent="0">
              <a:lnSpc>
                <a:spcPct val="120000"/>
              </a:lnSpc>
              <a:buNone/>
            </a:pPr>
            <a:r>
              <a:rPr lang="ja-JP" altLang="en-US"/>
              <a:t>２．</a:t>
            </a:r>
            <a:r>
              <a:rPr lang="en-US" altLang="ja-JP" dirty="0"/>
              <a:t>1</a:t>
            </a:r>
            <a:r>
              <a:rPr lang="ja-JP" altLang="en-US"/>
              <a:t>の計算結果が現在の最短距離以下であれば未探索の兄弟を根とする木を探索</a:t>
            </a:r>
            <a:r>
              <a:rPr lang="en-US" altLang="ja-JP" dirty="0"/>
              <a:t>(</a:t>
            </a:r>
            <a:r>
              <a:rPr lang="ja-JP" altLang="en-US"/>
              <a:t>そうでなければ探索終了</a:t>
            </a:r>
            <a:r>
              <a:rPr lang="en-US" altLang="ja-JP" dirty="0"/>
              <a:t>)</a:t>
            </a:r>
          </a:p>
          <a:p>
            <a:pPr marL="114300" indent="0">
              <a:lnSpc>
                <a:spcPct val="120000"/>
              </a:lnSpc>
              <a:buNone/>
            </a:pPr>
            <a:r>
              <a:rPr lang="ja-JP" altLang="en-US"/>
              <a:t>３．</a:t>
            </a:r>
            <a:r>
              <a:rPr lang="en-US" altLang="ja-JP" dirty="0"/>
              <a:t>2</a:t>
            </a:r>
            <a:r>
              <a:rPr lang="ja-JP" altLang="en-US"/>
              <a:t>で探索した結果、現在の最短距離以下のノードがあれば更新</a:t>
            </a:r>
            <a:endParaRPr lang="en-US" altLang="ja-JP" dirty="0"/>
          </a:p>
          <a:p>
            <a:pPr marL="114300" indent="0">
              <a:lnSpc>
                <a:spcPct val="120000"/>
              </a:lnSpc>
              <a:buNone/>
            </a:pPr>
            <a:r>
              <a:rPr lang="ja-JP" altLang="en-US"/>
              <a:t>　　</a:t>
            </a:r>
            <a:r>
              <a:rPr lang="en-US" altLang="ja-JP" dirty="0"/>
              <a:t>(</a:t>
            </a:r>
            <a:r>
              <a:rPr lang="ja-JP" altLang="en-US"/>
              <a:t>根に到達するまで</a:t>
            </a:r>
            <a:r>
              <a:rPr lang="en-US" altLang="ja-JP" dirty="0"/>
              <a:t>1〜3</a:t>
            </a:r>
            <a:r>
              <a:rPr lang="ja-JP" altLang="en-US"/>
              <a:t>を繰り返す</a:t>
            </a:r>
            <a:r>
              <a:rPr lang="en-US" altLang="ja-JP" dirty="0"/>
              <a:t>)</a:t>
            </a:r>
          </a:p>
        </p:txBody>
      </p:sp>
      <p:sp>
        <p:nvSpPr>
          <p:cNvPr id="4" name="スライド番号プレースホルダー 3">
            <a:extLst>
              <a:ext uri="{FF2B5EF4-FFF2-40B4-BE49-F238E27FC236}">
                <a16:creationId xmlns:a16="http://schemas.microsoft.com/office/drawing/2014/main" id="{191EB831-FAF1-305B-1D06-48643E59B492}"/>
              </a:ext>
            </a:extLst>
          </p:cNvPr>
          <p:cNvSpPr>
            <a:spLocks noGrp="1"/>
          </p:cNvSpPr>
          <p:nvPr>
            <p:ph type="sldNum" idx="12"/>
          </p:nvPr>
        </p:nvSpPr>
        <p:spPr>
          <a:xfrm>
            <a:off x="11444346" y="-71929"/>
            <a:ext cx="896789" cy="476682"/>
          </a:xfrm>
        </p:spPr>
        <p:txBody>
          <a:bodyPr/>
          <a:lstStyle/>
          <a:p>
            <a:fld id="{00000000-1234-1234-1234-123412341234}" type="slidenum">
              <a:rPr lang="en-US" altLang="ja-JP" smtClean="0"/>
              <a:pPr/>
              <a:t>14</a:t>
            </a:fld>
            <a:endParaRPr lang="ja-JP" altLang="en-US"/>
          </a:p>
        </p:txBody>
      </p:sp>
      <p:grpSp>
        <p:nvGrpSpPr>
          <p:cNvPr id="6" name="グループ化 5">
            <a:extLst>
              <a:ext uri="{FF2B5EF4-FFF2-40B4-BE49-F238E27FC236}">
                <a16:creationId xmlns:a16="http://schemas.microsoft.com/office/drawing/2014/main" id="{2C0FD664-4416-D582-841E-2861790C4C72}"/>
              </a:ext>
            </a:extLst>
          </p:cNvPr>
          <p:cNvGrpSpPr/>
          <p:nvPr/>
        </p:nvGrpSpPr>
        <p:grpSpPr>
          <a:xfrm rot="1609596">
            <a:off x="4215733" y="1760962"/>
            <a:ext cx="930186" cy="1073947"/>
            <a:chOff x="4826710" y="5259802"/>
            <a:chExt cx="1045285" cy="1206834"/>
          </a:xfrm>
        </p:grpSpPr>
        <p:cxnSp>
          <p:nvCxnSpPr>
            <p:cNvPr id="7" name="直線コネクタ 6">
              <a:extLst>
                <a:ext uri="{FF2B5EF4-FFF2-40B4-BE49-F238E27FC236}">
                  <a16:creationId xmlns:a16="http://schemas.microsoft.com/office/drawing/2014/main" id="{FD4FFDE2-B512-E798-0E43-E690F73952EE}"/>
                </a:ext>
              </a:extLst>
            </p:cNvPr>
            <p:cNvCxnSpPr>
              <a:cxnSpLocks/>
            </p:cNvCxnSpPr>
            <p:nvPr/>
          </p:nvCxnSpPr>
          <p:spPr>
            <a:xfrm>
              <a:off x="5280451" y="5259802"/>
              <a:ext cx="494507" cy="986728"/>
            </a:xfrm>
            <a:prstGeom prst="line">
              <a:avLst/>
            </a:prstGeom>
            <a:ln w="25400"/>
          </p:spPr>
          <p:style>
            <a:lnRef idx="1">
              <a:schemeClr val="dk1"/>
            </a:lnRef>
            <a:fillRef idx="0">
              <a:schemeClr val="dk1"/>
            </a:fillRef>
            <a:effectRef idx="0">
              <a:schemeClr val="dk1"/>
            </a:effectRef>
            <a:fontRef idx="minor">
              <a:schemeClr val="tx1"/>
            </a:fontRef>
          </p:style>
        </p:cxnSp>
        <p:sp>
          <p:nvSpPr>
            <p:cNvPr id="8" name="円弧 7">
              <a:extLst>
                <a:ext uri="{FF2B5EF4-FFF2-40B4-BE49-F238E27FC236}">
                  <a16:creationId xmlns:a16="http://schemas.microsoft.com/office/drawing/2014/main" id="{85F6B983-FC83-F61C-73D3-17EB9851700F}"/>
                </a:ext>
              </a:extLst>
            </p:cNvPr>
            <p:cNvSpPr/>
            <p:nvPr/>
          </p:nvSpPr>
          <p:spPr>
            <a:xfrm>
              <a:off x="4826710" y="5278303"/>
              <a:ext cx="914400" cy="914400"/>
            </a:xfrm>
            <a:prstGeom prst="arc">
              <a:avLst>
                <a:gd name="adj1" fmla="val 16200000"/>
                <a:gd name="adj2" fmla="val 19145138"/>
              </a:avLst>
            </a:prstGeom>
            <a:ln w="25400"/>
          </p:spPr>
          <p:style>
            <a:lnRef idx="1">
              <a:schemeClr val="dk1"/>
            </a:lnRef>
            <a:fillRef idx="0">
              <a:schemeClr val="dk1"/>
            </a:fillRef>
            <a:effectRef idx="0">
              <a:schemeClr val="dk1"/>
            </a:effectRef>
            <a:fontRef idx="minor">
              <a:schemeClr val="tx1"/>
            </a:fontRef>
          </p:style>
          <p:txBody>
            <a:bodyPr rtlCol="0" anchor="ctr"/>
            <a:lstStyle/>
            <a:p>
              <a:pPr algn="ctr"/>
              <a:endParaRPr lang="ja-JP" altLang="en-US"/>
            </a:p>
          </p:txBody>
        </p:sp>
        <p:sp>
          <p:nvSpPr>
            <p:cNvPr id="9" name="円弧 8">
              <a:extLst>
                <a:ext uri="{FF2B5EF4-FFF2-40B4-BE49-F238E27FC236}">
                  <a16:creationId xmlns:a16="http://schemas.microsoft.com/office/drawing/2014/main" id="{E348B60A-9D9C-D18A-5B74-51D4B7D5AF2D}"/>
                </a:ext>
              </a:extLst>
            </p:cNvPr>
            <p:cNvSpPr/>
            <p:nvPr/>
          </p:nvSpPr>
          <p:spPr>
            <a:xfrm rot="4412121">
              <a:off x="4957595" y="5552236"/>
              <a:ext cx="914400" cy="914400"/>
            </a:xfrm>
            <a:prstGeom prst="arc">
              <a:avLst>
                <a:gd name="adj1" fmla="val 16200000"/>
                <a:gd name="adj2" fmla="val 19145138"/>
              </a:avLst>
            </a:prstGeom>
            <a:ln w="25400"/>
          </p:spPr>
          <p:style>
            <a:lnRef idx="1">
              <a:schemeClr val="dk1"/>
            </a:lnRef>
            <a:fillRef idx="0">
              <a:schemeClr val="dk1"/>
            </a:fillRef>
            <a:effectRef idx="0">
              <a:schemeClr val="dk1"/>
            </a:effectRef>
            <a:fontRef idx="minor">
              <a:schemeClr val="tx1"/>
            </a:fontRef>
          </p:style>
          <p:txBody>
            <a:bodyPr rtlCol="0" anchor="ctr"/>
            <a:lstStyle/>
            <a:p>
              <a:pPr algn="ctr"/>
              <a:endParaRPr lang="ja-JP" altLang="en-US"/>
            </a:p>
          </p:txBody>
        </p:sp>
      </p:grpSp>
      <p:grpSp>
        <p:nvGrpSpPr>
          <p:cNvPr id="14" name="グループ化 13">
            <a:extLst>
              <a:ext uri="{FF2B5EF4-FFF2-40B4-BE49-F238E27FC236}">
                <a16:creationId xmlns:a16="http://schemas.microsoft.com/office/drawing/2014/main" id="{EB8DC089-5ADF-FA35-D968-2D4D6F3107A6}"/>
              </a:ext>
            </a:extLst>
          </p:cNvPr>
          <p:cNvGrpSpPr/>
          <p:nvPr/>
        </p:nvGrpSpPr>
        <p:grpSpPr>
          <a:xfrm rot="20700000">
            <a:off x="4225251" y="2258927"/>
            <a:ext cx="641787" cy="740976"/>
            <a:chOff x="4826710" y="5259802"/>
            <a:chExt cx="1045285" cy="1206834"/>
          </a:xfrm>
        </p:grpSpPr>
        <p:cxnSp>
          <p:nvCxnSpPr>
            <p:cNvPr id="15" name="直線コネクタ 14">
              <a:extLst>
                <a:ext uri="{FF2B5EF4-FFF2-40B4-BE49-F238E27FC236}">
                  <a16:creationId xmlns:a16="http://schemas.microsoft.com/office/drawing/2014/main" id="{A05B0AA5-0A0B-B05C-7017-02318DBCCF6C}"/>
                </a:ext>
              </a:extLst>
            </p:cNvPr>
            <p:cNvCxnSpPr>
              <a:cxnSpLocks/>
            </p:cNvCxnSpPr>
            <p:nvPr/>
          </p:nvCxnSpPr>
          <p:spPr>
            <a:xfrm>
              <a:off x="5280451" y="5259802"/>
              <a:ext cx="494507" cy="986728"/>
            </a:xfrm>
            <a:prstGeom prst="line">
              <a:avLst/>
            </a:prstGeom>
            <a:ln w="25400"/>
          </p:spPr>
          <p:style>
            <a:lnRef idx="1">
              <a:schemeClr val="dk1"/>
            </a:lnRef>
            <a:fillRef idx="0">
              <a:schemeClr val="dk1"/>
            </a:fillRef>
            <a:effectRef idx="0">
              <a:schemeClr val="dk1"/>
            </a:effectRef>
            <a:fontRef idx="minor">
              <a:schemeClr val="tx1"/>
            </a:fontRef>
          </p:style>
        </p:cxnSp>
        <p:sp>
          <p:nvSpPr>
            <p:cNvPr id="16" name="円弧 15">
              <a:extLst>
                <a:ext uri="{FF2B5EF4-FFF2-40B4-BE49-F238E27FC236}">
                  <a16:creationId xmlns:a16="http://schemas.microsoft.com/office/drawing/2014/main" id="{07B88190-3E18-3790-EEC0-AE63171B7EF9}"/>
                </a:ext>
              </a:extLst>
            </p:cNvPr>
            <p:cNvSpPr/>
            <p:nvPr/>
          </p:nvSpPr>
          <p:spPr>
            <a:xfrm>
              <a:off x="4826710" y="5278303"/>
              <a:ext cx="914400" cy="914400"/>
            </a:xfrm>
            <a:prstGeom prst="arc">
              <a:avLst>
                <a:gd name="adj1" fmla="val 16200000"/>
                <a:gd name="adj2" fmla="val 19145138"/>
              </a:avLst>
            </a:prstGeom>
            <a:ln w="25400"/>
          </p:spPr>
          <p:style>
            <a:lnRef idx="1">
              <a:schemeClr val="dk1"/>
            </a:lnRef>
            <a:fillRef idx="0">
              <a:schemeClr val="dk1"/>
            </a:fillRef>
            <a:effectRef idx="0">
              <a:schemeClr val="dk1"/>
            </a:effectRef>
            <a:fontRef idx="minor">
              <a:schemeClr val="tx1"/>
            </a:fontRef>
          </p:style>
          <p:txBody>
            <a:bodyPr rtlCol="0" anchor="ctr"/>
            <a:lstStyle/>
            <a:p>
              <a:pPr algn="ctr"/>
              <a:endParaRPr lang="ja-JP" altLang="en-US"/>
            </a:p>
          </p:txBody>
        </p:sp>
        <p:sp>
          <p:nvSpPr>
            <p:cNvPr id="17" name="円弧 16">
              <a:extLst>
                <a:ext uri="{FF2B5EF4-FFF2-40B4-BE49-F238E27FC236}">
                  <a16:creationId xmlns:a16="http://schemas.microsoft.com/office/drawing/2014/main" id="{4E8034E0-97FD-2C54-FCA0-7C33B317EFD6}"/>
                </a:ext>
              </a:extLst>
            </p:cNvPr>
            <p:cNvSpPr/>
            <p:nvPr/>
          </p:nvSpPr>
          <p:spPr>
            <a:xfrm rot="4412121">
              <a:off x="4957595" y="5552236"/>
              <a:ext cx="914400" cy="914400"/>
            </a:xfrm>
            <a:prstGeom prst="arc">
              <a:avLst>
                <a:gd name="adj1" fmla="val 16200000"/>
                <a:gd name="adj2" fmla="val 19145138"/>
              </a:avLst>
            </a:prstGeom>
            <a:ln w="25400"/>
          </p:spPr>
          <p:style>
            <a:lnRef idx="1">
              <a:schemeClr val="dk1"/>
            </a:lnRef>
            <a:fillRef idx="0">
              <a:schemeClr val="dk1"/>
            </a:fillRef>
            <a:effectRef idx="0">
              <a:schemeClr val="dk1"/>
            </a:effectRef>
            <a:fontRef idx="minor">
              <a:schemeClr val="tx1"/>
            </a:fontRef>
          </p:style>
          <p:txBody>
            <a:bodyPr rtlCol="0" anchor="ctr"/>
            <a:lstStyle/>
            <a:p>
              <a:pPr algn="ctr"/>
              <a:endParaRPr lang="ja-JP" altLang="en-US"/>
            </a:p>
          </p:txBody>
        </p:sp>
      </p:grpSp>
      <p:grpSp>
        <p:nvGrpSpPr>
          <p:cNvPr id="18" name="グループ化 17">
            <a:extLst>
              <a:ext uri="{FF2B5EF4-FFF2-40B4-BE49-F238E27FC236}">
                <a16:creationId xmlns:a16="http://schemas.microsoft.com/office/drawing/2014/main" id="{319574EF-A520-1578-D20D-18021BEB3CE1}"/>
              </a:ext>
            </a:extLst>
          </p:cNvPr>
          <p:cNvGrpSpPr/>
          <p:nvPr/>
        </p:nvGrpSpPr>
        <p:grpSpPr>
          <a:xfrm>
            <a:off x="4422690" y="2803634"/>
            <a:ext cx="1045285" cy="1206834"/>
            <a:chOff x="4826710" y="5259802"/>
            <a:chExt cx="1045285" cy="1206834"/>
          </a:xfrm>
        </p:grpSpPr>
        <p:cxnSp>
          <p:nvCxnSpPr>
            <p:cNvPr id="19" name="直線コネクタ 18">
              <a:extLst>
                <a:ext uri="{FF2B5EF4-FFF2-40B4-BE49-F238E27FC236}">
                  <a16:creationId xmlns:a16="http://schemas.microsoft.com/office/drawing/2014/main" id="{5FD4CFE2-70D9-FDB0-C4C7-03D00B6153C7}"/>
                </a:ext>
              </a:extLst>
            </p:cNvPr>
            <p:cNvCxnSpPr>
              <a:cxnSpLocks/>
            </p:cNvCxnSpPr>
            <p:nvPr/>
          </p:nvCxnSpPr>
          <p:spPr>
            <a:xfrm>
              <a:off x="5280451" y="5259802"/>
              <a:ext cx="494507" cy="986728"/>
            </a:xfrm>
            <a:prstGeom prst="line">
              <a:avLst/>
            </a:prstGeom>
            <a:ln w="38100"/>
          </p:spPr>
          <p:style>
            <a:lnRef idx="1">
              <a:schemeClr val="dk1"/>
            </a:lnRef>
            <a:fillRef idx="0">
              <a:schemeClr val="dk1"/>
            </a:fillRef>
            <a:effectRef idx="0">
              <a:schemeClr val="dk1"/>
            </a:effectRef>
            <a:fontRef idx="minor">
              <a:schemeClr val="tx1"/>
            </a:fontRef>
          </p:style>
        </p:cxnSp>
        <p:sp>
          <p:nvSpPr>
            <p:cNvPr id="20" name="円弧 19">
              <a:extLst>
                <a:ext uri="{FF2B5EF4-FFF2-40B4-BE49-F238E27FC236}">
                  <a16:creationId xmlns:a16="http://schemas.microsoft.com/office/drawing/2014/main" id="{9C2206C5-2922-BD75-6159-A524C35F582B}"/>
                </a:ext>
              </a:extLst>
            </p:cNvPr>
            <p:cNvSpPr/>
            <p:nvPr/>
          </p:nvSpPr>
          <p:spPr>
            <a:xfrm>
              <a:off x="4826710" y="5278303"/>
              <a:ext cx="914400" cy="914400"/>
            </a:xfrm>
            <a:prstGeom prst="arc">
              <a:avLst>
                <a:gd name="adj1" fmla="val 16200000"/>
                <a:gd name="adj2" fmla="val 19145138"/>
              </a:avLst>
            </a:prstGeom>
            <a:ln w="38100"/>
          </p:spPr>
          <p:style>
            <a:lnRef idx="1">
              <a:schemeClr val="dk1"/>
            </a:lnRef>
            <a:fillRef idx="0">
              <a:schemeClr val="dk1"/>
            </a:fillRef>
            <a:effectRef idx="0">
              <a:schemeClr val="dk1"/>
            </a:effectRef>
            <a:fontRef idx="minor">
              <a:schemeClr val="tx1"/>
            </a:fontRef>
          </p:style>
          <p:txBody>
            <a:bodyPr rtlCol="0" anchor="ctr"/>
            <a:lstStyle/>
            <a:p>
              <a:pPr algn="ctr"/>
              <a:endParaRPr lang="ja-JP" altLang="en-US"/>
            </a:p>
          </p:txBody>
        </p:sp>
        <p:sp>
          <p:nvSpPr>
            <p:cNvPr id="21" name="円弧 20">
              <a:extLst>
                <a:ext uri="{FF2B5EF4-FFF2-40B4-BE49-F238E27FC236}">
                  <a16:creationId xmlns:a16="http://schemas.microsoft.com/office/drawing/2014/main" id="{1A34B34D-4250-CE44-6EC0-5FF36E7E4FB1}"/>
                </a:ext>
              </a:extLst>
            </p:cNvPr>
            <p:cNvSpPr/>
            <p:nvPr/>
          </p:nvSpPr>
          <p:spPr>
            <a:xfrm rot="4412121">
              <a:off x="4957595" y="5552236"/>
              <a:ext cx="914400" cy="914400"/>
            </a:xfrm>
            <a:prstGeom prst="arc">
              <a:avLst>
                <a:gd name="adj1" fmla="val 16200000"/>
                <a:gd name="adj2" fmla="val 19145138"/>
              </a:avLst>
            </a:prstGeom>
            <a:ln w="38100"/>
          </p:spPr>
          <p:style>
            <a:lnRef idx="1">
              <a:schemeClr val="dk1"/>
            </a:lnRef>
            <a:fillRef idx="0">
              <a:schemeClr val="dk1"/>
            </a:fillRef>
            <a:effectRef idx="0">
              <a:schemeClr val="dk1"/>
            </a:effectRef>
            <a:fontRef idx="minor">
              <a:schemeClr val="tx1"/>
            </a:fontRef>
          </p:style>
          <p:txBody>
            <a:bodyPr rtlCol="0" anchor="ctr"/>
            <a:lstStyle/>
            <a:p>
              <a:pPr algn="ctr"/>
              <a:endParaRPr lang="ja-JP" altLang="en-US"/>
            </a:p>
          </p:txBody>
        </p:sp>
      </p:grpSp>
      <p:cxnSp>
        <p:nvCxnSpPr>
          <p:cNvPr id="22" name="Google Shape;384;g254a6bbbaed_0_0">
            <a:extLst>
              <a:ext uri="{FF2B5EF4-FFF2-40B4-BE49-F238E27FC236}">
                <a16:creationId xmlns:a16="http://schemas.microsoft.com/office/drawing/2014/main" id="{F0E8936A-5DA2-AC08-1613-BCBEA7D4744D}"/>
              </a:ext>
            </a:extLst>
          </p:cNvPr>
          <p:cNvCxnSpPr/>
          <p:nvPr/>
        </p:nvCxnSpPr>
        <p:spPr>
          <a:xfrm rot="10800000" flipH="1">
            <a:off x="1913650" y="2807425"/>
            <a:ext cx="1990800" cy="9600"/>
          </a:xfrm>
          <a:prstGeom prst="straightConnector1">
            <a:avLst/>
          </a:prstGeom>
          <a:noFill/>
          <a:ln w="9525" cap="flat" cmpd="sng">
            <a:solidFill>
              <a:schemeClr val="dk2"/>
            </a:solidFill>
            <a:prstDash val="solid"/>
            <a:round/>
            <a:headEnd type="none" w="med" len="med"/>
            <a:tailEnd type="none" w="med" len="med"/>
          </a:ln>
        </p:spPr>
      </p:cxnSp>
      <p:cxnSp>
        <p:nvCxnSpPr>
          <p:cNvPr id="23" name="Google Shape;385;g254a6bbbaed_0_0">
            <a:extLst>
              <a:ext uri="{FF2B5EF4-FFF2-40B4-BE49-F238E27FC236}">
                <a16:creationId xmlns:a16="http://schemas.microsoft.com/office/drawing/2014/main" id="{51BEF892-D5C0-5142-FAD6-EE54B3B48EA8}"/>
              </a:ext>
            </a:extLst>
          </p:cNvPr>
          <p:cNvCxnSpPr/>
          <p:nvPr/>
        </p:nvCxnSpPr>
        <p:spPr>
          <a:xfrm>
            <a:off x="2878075" y="1529400"/>
            <a:ext cx="600" cy="1279800"/>
          </a:xfrm>
          <a:prstGeom prst="straightConnector1">
            <a:avLst/>
          </a:prstGeom>
          <a:noFill/>
          <a:ln w="9525" cap="flat" cmpd="sng">
            <a:solidFill>
              <a:schemeClr val="dk2"/>
            </a:solidFill>
            <a:prstDash val="solid"/>
            <a:round/>
            <a:headEnd type="none" w="med" len="med"/>
            <a:tailEnd type="none" w="med" len="med"/>
          </a:ln>
        </p:spPr>
      </p:cxnSp>
      <p:cxnSp>
        <p:nvCxnSpPr>
          <p:cNvPr id="24" name="Google Shape;386;g254a6bbbaed_0_0">
            <a:extLst>
              <a:ext uri="{FF2B5EF4-FFF2-40B4-BE49-F238E27FC236}">
                <a16:creationId xmlns:a16="http://schemas.microsoft.com/office/drawing/2014/main" id="{F625407C-4637-2FBC-B4F2-34F62EB1469B}"/>
              </a:ext>
            </a:extLst>
          </p:cNvPr>
          <p:cNvCxnSpPr>
            <a:cxnSpLocks/>
            <a:endCxn id="61" idx="1"/>
          </p:cNvCxnSpPr>
          <p:nvPr/>
        </p:nvCxnSpPr>
        <p:spPr>
          <a:xfrm flipV="1">
            <a:off x="3877401" y="2299650"/>
            <a:ext cx="1880351" cy="4788"/>
          </a:xfrm>
          <a:prstGeom prst="straightConnector1">
            <a:avLst/>
          </a:prstGeom>
          <a:noFill/>
          <a:ln w="9525" cap="flat" cmpd="sng">
            <a:solidFill>
              <a:schemeClr val="dk2"/>
            </a:solidFill>
            <a:prstDash val="solid"/>
            <a:round/>
            <a:headEnd type="none" w="med" len="med"/>
            <a:tailEnd type="none" w="med" len="med"/>
          </a:ln>
        </p:spPr>
      </p:cxnSp>
      <p:cxnSp>
        <p:nvCxnSpPr>
          <p:cNvPr id="25" name="Google Shape;387;g254a6bbbaed_0_0">
            <a:extLst>
              <a:ext uri="{FF2B5EF4-FFF2-40B4-BE49-F238E27FC236}">
                <a16:creationId xmlns:a16="http://schemas.microsoft.com/office/drawing/2014/main" id="{E76C7183-2A61-B25F-B054-7F33B25AF10F}"/>
              </a:ext>
            </a:extLst>
          </p:cNvPr>
          <p:cNvCxnSpPr/>
          <p:nvPr/>
        </p:nvCxnSpPr>
        <p:spPr>
          <a:xfrm flipH="1">
            <a:off x="4868000" y="1471250"/>
            <a:ext cx="9600" cy="847500"/>
          </a:xfrm>
          <a:prstGeom prst="straightConnector1">
            <a:avLst/>
          </a:prstGeom>
          <a:noFill/>
          <a:ln w="9525" cap="flat" cmpd="sng">
            <a:solidFill>
              <a:schemeClr val="dk2"/>
            </a:solidFill>
            <a:prstDash val="solid"/>
            <a:round/>
            <a:headEnd type="none" w="med" len="med"/>
            <a:tailEnd type="none" w="med" len="med"/>
          </a:ln>
        </p:spPr>
      </p:cxnSp>
      <p:cxnSp>
        <p:nvCxnSpPr>
          <p:cNvPr id="26" name="Google Shape;388;g254a6bbbaed_0_0">
            <a:extLst>
              <a:ext uri="{FF2B5EF4-FFF2-40B4-BE49-F238E27FC236}">
                <a16:creationId xmlns:a16="http://schemas.microsoft.com/office/drawing/2014/main" id="{2F03A834-8DB5-9B3D-ACFC-1A507E2B765B}"/>
              </a:ext>
            </a:extLst>
          </p:cNvPr>
          <p:cNvCxnSpPr/>
          <p:nvPr/>
        </p:nvCxnSpPr>
        <p:spPr>
          <a:xfrm flipH="1">
            <a:off x="5406500" y="2308725"/>
            <a:ext cx="14100" cy="2006400"/>
          </a:xfrm>
          <a:prstGeom prst="straightConnector1">
            <a:avLst/>
          </a:prstGeom>
          <a:noFill/>
          <a:ln w="9525" cap="flat" cmpd="sng">
            <a:solidFill>
              <a:schemeClr val="dk2"/>
            </a:solidFill>
            <a:prstDash val="solid"/>
            <a:round/>
            <a:headEnd type="none" w="med" len="med"/>
            <a:tailEnd type="none" w="med" len="med"/>
          </a:ln>
        </p:spPr>
      </p:cxnSp>
      <p:cxnSp>
        <p:nvCxnSpPr>
          <p:cNvPr id="27" name="Google Shape;391;g254a6bbbaed_0_0">
            <a:extLst>
              <a:ext uri="{FF2B5EF4-FFF2-40B4-BE49-F238E27FC236}">
                <a16:creationId xmlns:a16="http://schemas.microsoft.com/office/drawing/2014/main" id="{C4EF8C5B-644C-7C2B-CB8D-BC2FA8FA6EBE}"/>
              </a:ext>
            </a:extLst>
          </p:cNvPr>
          <p:cNvCxnSpPr>
            <a:endCxn id="29" idx="3"/>
          </p:cNvCxnSpPr>
          <p:nvPr/>
        </p:nvCxnSpPr>
        <p:spPr>
          <a:xfrm>
            <a:off x="1920432" y="4331197"/>
            <a:ext cx="3826500" cy="7500"/>
          </a:xfrm>
          <a:prstGeom prst="straightConnector1">
            <a:avLst/>
          </a:prstGeom>
          <a:noFill/>
          <a:ln w="28575" cap="flat" cmpd="sng">
            <a:solidFill>
              <a:schemeClr val="dk2"/>
            </a:solidFill>
            <a:prstDash val="solid"/>
            <a:round/>
            <a:headEnd type="none" w="med" len="med"/>
            <a:tailEnd type="stealth" w="med" len="med"/>
          </a:ln>
        </p:spPr>
      </p:cxnSp>
      <p:sp>
        <p:nvSpPr>
          <p:cNvPr id="28" name="Google Shape;393;g254a6bbbaed_0_0">
            <a:extLst>
              <a:ext uri="{FF2B5EF4-FFF2-40B4-BE49-F238E27FC236}">
                <a16:creationId xmlns:a16="http://schemas.microsoft.com/office/drawing/2014/main" id="{F27653EF-95FC-76A9-3F2A-A388045ADFF1}"/>
              </a:ext>
            </a:extLst>
          </p:cNvPr>
          <p:cNvSpPr txBox="1"/>
          <p:nvPr/>
        </p:nvSpPr>
        <p:spPr>
          <a:xfrm>
            <a:off x="1825348" y="1103651"/>
            <a:ext cx="317700" cy="569400"/>
          </a:xfrm>
          <a:prstGeom prst="rect">
            <a:avLst/>
          </a:prstGeom>
          <a:noFill/>
          <a:ln>
            <a:noFill/>
          </a:ln>
        </p:spPr>
        <p:txBody>
          <a:bodyPr spcFirstLastPara="1" wrap="square" lIns="91425" tIns="91425" rIns="91425" bIns="91425" anchor="t" anchorCtr="0">
            <a:spAutoFit/>
          </a:bodyPr>
          <a:lstStyle/>
          <a:p>
            <a:r>
              <a:rPr lang="en-US" altLang="ja-JP" sz="2500" b="1">
                <a:latin typeface="Calibri"/>
                <a:ea typeface="Calibri"/>
                <a:cs typeface="Calibri"/>
                <a:sym typeface="Calibri"/>
              </a:rPr>
              <a:t>y</a:t>
            </a:r>
            <a:endParaRPr sz="2500" b="1">
              <a:latin typeface="Calibri"/>
              <a:ea typeface="Calibri"/>
              <a:cs typeface="Calibri"/>
              <a:sym typeface="Calibri"/>
            </a:endParaRPr>
          </a:p>
        </p:txBody>
      </p:sp>
      <p:sp>
        <p:nvSpPr>
          <p:cNvPr id="29" name="Google Shape;392;g254a6bbbaed_0_0">
            <a:extLst>
              <a:ext uri="{FF2B5EF4-FFF2-40B4-BE49-F238E27FC236}">
                <a16:creationId xmlns:a16="http://schemas.microsoft.com/office/drawing/2014/main" id="{CB98E9D3-1598-002F-FE46-606E29A6E281}"/>
              </a:ext>
            </a:extLst>
          </p:cNvPr>
          <p:cNvSpPr txBox="1"/>
          <p:nvPr/>
        </p:nvSpPr>
        <p:spPr>
          <a:xfrm>
            <a:off x="5511432" y="4053997"/>
            <a:ext cx="235500" cy="569400"/>
          </a:xfrm>
          <a:prstGeom prst="rect">
            <a:avLst/>
          </a:prstGeom>
          <a:noFill/>
          <a:ln>
            <a:noFill/>
          </a:ln>
        </p:spPr>
        <p:txBody>
          <a:bodyPr spcFirstLastPara="1" wrap="square" lIns="91425" tIns="91425" rIns="91425" bIns="91425" anchor="t" anchorCtr="0">
            <a:spAutoFit/>
          </a:bodyPr>
          <a:lstStyle/>
          <a:p>
            <a:endParaRPr sz="2500" b="1">
              <a:latin typeface="Calibri"/>
              <a:ea typeface="Calibri"/>
              <a:cs typeface="Calibri"/>
              <a:sym typeface="Calibri"/>
            </a:endParaRPr>
          </a:p>
        </p:txBody>
      </p:sp>
      <p:cxnSp>
        <p:nvCxnSpPr>
          <p:cNvPr id="30" name="Google Shape;394;g254a6bbbaed_0_0">
            <a:extLst>
              <a:ext uri="{FF2B5EF4-FFF2-40B4-BE49-F238E27FC236}">
                <a16:creationId xmlns:a16="http://schemas.microsoft.com/office/drawing/2014/main" id="{418FE6F5-6160-642D-32BE-8EB4BC998F38}"/>
              </a:ext>
            </a:extLst>
          </p:cNvPr>
          <p:cNvCxnSpPr/>
          <p:nvPr/>
        </p:nvCxnSpPr>
        <p:spPr>
          <a:xfrm rot="10800000">
            <a:off x="1922020" y="1500204"/>
            <a:ext cx="0" cy="2778300"/>
          </a:xfrm>
          <a:prstGeom prst="straightConnector1">
            <a:avLst/>
          </a:prstGeom>
          <a:noFill/>
          <a:ln w="28575" cap="flat" cmpd="sng">
            <a:solidFill>
              <a:schemeClr val="dk2"/>
            </a:solidFill>
            <a:prstDash val="solid"/>
            <a:round/>
            <a:headEnd type="none" w="med" len="med"/>
            <a:tailEnd type="stealth" w="med" len="med"/>
          </a:ln>
        </p:spPr>
      </p:cxnSp>
      <p:sp>
        <p:nvSpPr>
          <p:cNvPr id="31" name="Google Shape;395;g254a6bbbaed_0_0">
            <a:extLst>
              <a:ext uri="{FF2B5EF4-FFF2-40B4-BE49-F238E27FC236}">
                <a16:creationId xmlns:a16="http://schemas.microsoft.com/office/drawing/2014/main" id="{98513DD2-BD51-C3E3-9B3C-3C27CBBBFF12}"/>
              </a:ext>
            </a:extLst>
          </p:cNvPr>
          <p:cNvSpPr txBox="1"/>
          <p:nvPr/>
        </p:nvSpPr>
        <p:spPr>
          <a:xfrm>
            <a:off x="5703533" y="4053997"/>
            <a:ext cx="317700" cy="569400"/>
          </a:xfrm>
          <a:prstGeom prst="rect">
            <a:avLst/>
          </a:prstGeom>
          <a:noFill/>
          <a:ln>
            <a:noFill/>
          </a:ln>
        </p:spPr>
        <p:txBody>
          <a:bodyPr spcFirstLastPara="1" wrap="square" lIns="91425" tIns="91425" rIns="91425" bIns="91425" anchor="t" anchorCtr="0">
            <a:spAutoFit/>
          </a:bodyPr>
          <a:lstStyle/>
          <a:p>
            <a:r>
              <a:rPr lang="en-US" altLang="ja-JP" sz="2500" b="1">
                <a:latin typeface="Calibri"/>
                <a:ea typeface="Calibri"/>
                <a:cs typeface="Calibri"/>
                <a:sym typeface="Calibri"/>
              </a:rPr>
              <a:t>x</a:t>
            </a:r>
            <a:endParaRPr sz="2500" b="1">
              <a:latin typeface="Calibri"/>
              <a:ea typeface="Calibri"/>
              <a:cs typeface="Calibri"/>
              <a:sym typeface="Calibri"/>
            </a:endParaRPr>
          </a:p>
        </p:txBody>
      </p:sp>
      <p:sp>
        <p:nvSpPr>
          <p:cNvPr id="32" name="Google Shape;396;g254a6bbbaed_0_0">
            <a:extLst>
              <a:ext uri="{FF2B5EF4-FFF2-40B4-BE49-F238E27FC236}">
                <a16:creationId xmlns:a16="http://schemas.microsoft.com/office/drawing/2014/main" id="{D95FF2DC-5527-64BF-A2BB-024E9794B00C}"/>
              </a:ext>
            </a:extLst>
          </p:cNvPr>
          <p:cNvSpPr/>
          <p:nvPr/>
        </p:nvSpPr>
        <p:spPr>
          <a:xfrm>
            <a:off x="2818853" y="2254641"/>
            <a:ext cx="128400" cy="128400"/>
          </a:xfrm>
          <a:prstGeom prst="flowChartConnector">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highlight>
                <a:srgbClr val="FF0000"/>
              </a:highlight>
            </a:endParaRPr>
          </a:p>
        </p:txBody>
      </p:sp>
      <p:sp>
        <p:nvSpPr>
          <p:cNvPr id="33" name="Google Shape;397;g254a6bbbaed_0_0">
            <a:extLst>
              <a:ext uri="{FF2B5EF4-FFF2-40B4-BE49-F238E27FC236}">
                <a16:creationId xmlns:a16="http://schemas.microsoft.com/office/drawing/2014/main" id="{4E395DED-EAC3-DFA0-1539-C4E15C88EC9F}"/>
              </a:ext>
            </a:extLst>
          </p:cNvPr>
          <p:cNvSpPr/>
          <p:nvPr/>
        </p:nvSpPr>
        <p:spPr>
          <a:xfrm>
            <a:off x="3269562" y="2738812"/>
            <a:ext cx="128400" cy="128400"/>
          </a:xfrm>
          <a:prstGeom prst="flowChartConnector">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highlight>
                <a:srgbClr val="FF0000"/>
              </a:highlight>
            </a:endParaRPr>
          </a:p>
        </p:txBody>
      </p:sp>
      <p:sp>
        <p:nvSpPr>
          <p:cNvPr id="34" name="Google Shape;398;g254a6bbbaed_0_0">
            <a:extLst>
              <a:ext uri="{FF2B5EF4-FFF2-40B4-BE49-F238E27FC236}">
                <a16:creationId xmlns:a16="http://schemas.microsoft.com/office/drawing/2014/main" id="{0661953B-75A7-4891-B7E3-FAE31EB8EAD7}"/>
              </a:ext>
            </a:extLst>
          </p:cNvPr>
          <p:cNvSpPr/>
          <p:nvPr/>
        </p:nvSpPr>
        <p:spPr>
          <a:xfrm>
            <a:off x="4340307" y="2254641"/>
            <a:ext cx="128400" cy="128400"/>
          </a:xfrm>
          <a:prstGeom prst="flowChartConnector">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highlight>
                <a:srgbClr val="FF0000"/>
              </a:highlight>
            </a:endParaRPr>
          </a:p>
        </p:txBody>
      </p:sp>
      <p:sp>
        <p:nvSpPr>
          <p:cNvPr id="35" name="Google Shape;399;g254a6bbbaed_0_0">
            <a:extLst>
              <a:ext uri="{FF2B5EF4-FFF2-40B4-BE49-F238E27FC236}">
                <a16:creationId xmlns:a16="http://schemas.microsoft.com/office/drawing/2014/main" id="{19FB90E0-0DB0-CD3B-8ECC-E0C369C4A5DF}"/>
              </a:ext>
            </a:extLst>
          </p:cNvPr>
          <p:cNvSpPr/>
          <p:nvPr/>
        </p:nvSpPr>
        <p:spPr>
          <a:xfrm>
            <a:off x="4808594" y="1754603"/>
            <a:ext cx="128400" cy="128400"/>
          </a:xfrm>
          <a:prstGeom prst="flowChartConnector">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highlight>
                <a:srgbClr val="FF0000"/>
              </a:highlight>
            </a:endParaRPr>
          </a:p>
        </p:txBody>
      </p:sp>
      <p:sp>
        <p:nvSpPr>
          <p:cNvPr id="36" name="Google Shape;400;g254a6bbbaed_0_0">
            <a:extLst>
              <a:ext uri="{FF2B5EF4-FFF2-40B4-BE49-F238E27FC236}">
                <a16:creationId xmlns:a16="http://schemas.microsoft.com/office/drawing/2014/main" id="{7EF1B2C5-3215-CB41-D3A9-2DE7197BBCD7}"/>
              </a:ext>
            </a:extLst>
          </p:cNvPr>
          <p:cNvSpPr/>
          <p:nvPr/>
        </p:nvSpPr>
        <p:spPr>
          <a:xfrm>
            <a:off x="5346523" y="3738848"/>
            <a:ext cx="128400" cy="128400"/>
          </a:xfrm>
          <a:prstGeom prst="flowChartConnector">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highlight>
                <a:srgbClr val="FF0000"/>
              </a:highlight>
            </a:endParaRPr>
          </a:p>
        </p:txBody>
      </p:sp>
      <p:sp>
        <p:nvSpPr>
          <p:cNvPr id="37" name="Google Shape;401;g254a6bbbaed_0_0">
            <a:extLst>
              <a:ext uri="{FF2B5EF4-FFF2-40B4-BE49-F238E27FC236}">
                <a16:creationId xmlns:a16="http://schemas.microsoft.com/office/drawing/2014/main" id="{7836651B-2CE5-B866-117E-717D3D21FA46}"/>
              </a:ext>
            </a:extLst>
          </p:cNvPr>
          <p:cNvSpPr txBox="1"/>
          <p:nvPr/>
        </p:nvSpPr>
        <p:spPr>
          <a:xfrm>
            <a:off x="1655652" y="4131970"/>
            <a:ext cx="317700" cy="523200"/>
          </a:xfrm>
          <a:prstGeom prst="rect">
            <a:avLst/>
          </a:prstGeom>
          <a:noFill/>
          <a:ln>
            <a:noFill/>
          </a:ln>
        </p:spPr>
        <p:txBody>
          <a:bodyPr spcFirstLastPara="1" wrap="square" lIns="91425" tIns="91425" rIns="91425" bIns="91425" anchor="t" anchorCtr="0">
            <a:spAutoFit/>
          </a:bodyPr>
          <a:lstStyle/>
          <a:p>
            <a:r>
              <a:rPr lang="en-US" altLang="ja-JP" sz="2200" b="1">
                <a:latin typeface="Calibri"/>
                <a:ea typeface="Calibri"/>
                <a:cs typeface="Calibri"/>
                <a:sym typeface="Calibri"/>
              </a:rPr>
              <a:t>0</a:t>
            </a:r>
            <a:endParaRPr sz="2200" b="1">
              <a:latin typeface="Calibri"/>
              <a:ea typeface="Calibri"/>
              <a:cs typeface="Calibri"/>
              <a:sym typeface="Calibri"/>
            </a:endParaRPr>
          </a:p>
        </p:txBody>
      </p:sp>
      <p:sp>
        <p:nvSpPr>
          <p:cNvPr id="38" name="Google Shape;402;g254a6bbbaed_0_0">
            <a:extLst>
              <a:ext uri="{FF2B5EF4-FFF2-40B4-BE49-F238E27FC236}">
                <a16:creationId xmlns:a16="http://schemas.microsoft.com/office/drawing/2014/main" id="{D2B122FA-B915-75E4-F330-4BB88F310B58}"/>
              </a:ext>
            </a:extLst>
          </p:cNvPr>
          <p:cNvSpPr txBox="1"/>
          <p:nvPr/>
        </p:nvSpPr>
        <p:spPr>
          <a:xfrm>
            <a:off x="2495004" y="3615045"/>
            <a:ext cx="874500" cy="431100"/>
          </a:xfrm>
          <a:prstGeom prst="rect">
            <a:avLst/>
          </a:prstGeom>
          <a:noFill/>
          <a:ln>
            <a:noFill/>
          </a:ln>
        </p:spPr>
        <p:txBody>
          <a:bodyPr spcFirstLastPara="1" wrap="square" lIns="91425" tIns="91425" rIns="91425" bIns="91425" anchor="t" anchorCtr="0">
            <a:spAutoFit/>
          </a:bodyPr>
          <a:lstStyle/>
          <a:p>
            <a:r>
              <a:rPr lang="en-US" altLang="ja-JP" sz="1600" b="1">
                <a:latin typeface="Calibri"/>
                <a:ea typeface="Calibri"/>
                <a:cs typeface="Calibri"/>
                <a:sym typeface="Calibri"/>
              </a:rPr>
              <a:t>(1, 1)</a:t>
            </a:r>
            <a:endParaRPr sz="1600" b="1">
              <a:latin typeface="Calibri"/>
              <a:ea typeface="Calibri"/>
              <a:cs typeface="Calibri"/>
              <a:sym typeface="Calibri"/>
            </a:endParaRPr>
          </a:p>
        </p:txBody>
      </p:sp>
      <p:sp>
        <p:nvSpPr>
          <p:cNvPr id="39" name="Google Shape;403;g254a6bbbaed_0_0">
            <a:extLst>
              <a:ext uri="{FF2B5EF4-FFF2-40B4-BE49-F238E27FC236}">
                <a16:creationId xmlns:a16="http://schemas.microsoft.com/office/drawing/2014/main" id="{17AEFDE8-0AE3-8867-9423-53CFACA29AF0}"/>
              </a:ext>
            </a:extLst>
          </p:cNvPr>
          <p:cNvSpPr txBox="1"/>
          <p:nvPr/>
        </p:nvSpPr>
        <p:spPr>
          <a:xfrm>
            <a:off x="2896684" y="2091139"/>
            <a:ext cx="874500" cy="431100"/>
          </a:xfrm>
          <a:prstGeom prst="rect">
            <a:avLst/>
          </a:prstGeom>
          <a:noFill/>
          <a:ln>
            <a:noFill/>
          </a:ln>
        </p:spPr>
        <p:txBody>
          <a:bodyPr spcFirstLastPara="1" wrap="square" lIns="91425" tIns="91425" rIns="91425" bIns="91425" anchor="t" anchorCtr="0">
            <a:spAutoFit/>
          </a:bodyPr>
          <a:lstStyle/>
          <a:p>
            <a:r>
              <a:rPr lang="en-US" altLang="ja-JP" sz="1600" b="1">
                <a:latin typeface="Calibri"/>
                <a:ea typeface="Calibri"/>
                <a:cs typeface="Calibri"/>
                <a:sym typeface="Calibri"/>
              </a:rPr>
              <a:t>(2, 4)</a:t>
            </a:r>
            <a:endParaRPr sz="1600" b="1">
              <a:latin typeface="Calibri"/>
              <a:ea typeface="Calibri"/>
              <a:cs typeface="Calibri"/>
              <a:sym typeface="Calibri"/>
            </a:endParaRPr>
          </a:p>
        </p:txBody>
      </p:sp>
      <p:sp>
        <p:nvSpPr>
          <p:cNvPr id="40" name="Google Shape;404;g254a6bbbaed_0_0">
            <a:extLst>
              <a:ext uri="{FF2B5EF4-FFF2-40B4-BE49-F238E27FC236}">
                <a16:creationId xmlns:a16="http://schemas.microsoft.com/office/drawing/2014/main" id="{D7C6D54F-B839-1BB8-75F6-5C09BC6FDF2E}"/>
              </a:ext>
            </a:extLst>
          </p:cNvPr>
          <p:cNvSpPr txBox="1"/>
          <p:nvPr/>
        </p:nvSpPr>
        <p:spPr>
          <a:xfrm>
            <a:off x="2957995" y="2791008"/>
            <a:ext cx="874500" cy="431100"/>
          </a:xfrm>
          <a:prstGeom prst="rect">
            <a:avLst/>
          </a:prstGeom>
          <a:noFill/>
          <a:ln>
            <a:noFill/>
          </a:ln>
        </p:spPr>
        <p:txBody>
          <a:bodyPr spcFirstLastPara="1" wrap="square" lIns="91425" tIns="91425" rIns="91425" bIns="91425" anchor="t" anchorCtr="0">
            <a:spAutoFit/>
          </a:bodyPr>
          <a:lstStyle/>
          <a:p>
            <a:r>
              <a:rPr lang="en-US" altLang="ja-JP" sz="1600" b="1">
                <a:latin typeface="Calibri"/>
                <a:ea typeface="Calibri"/>
                <a:cs typeface="Calibri"/>
                <a:sym typeface="Calibri"/>
              </a:rPr>
              <a:t>(3, 3)</a:t>
            </a:r>
            <a:endParaRPr sz="1600" b="1">
              <a:latin typeface="Calibri"/>
              <a:ea typeface="Calibri"/>
              <a:cs typeface="Calibri"/>
              <a:sym typeface="Calibri"/>
            </a:endParaRPr>
          </a:p>
        </p:txBody>
      </p:sp>
      <p:sp>
        <p:nvSpPr>
          <p:cNvPr id="41" name="Google Shape;405;g254a6bbbaed_0_0">
            <a:extLst>
              <a:ext uri="{FF2B5EF4-FFF2-40B4-BE49-F238E27FC236}">
                <a16:creationId xmlns:a16="http://schemas.microsoft.com/office/drawing/2014/main" id="{80388E9A-565A-D69A-2280-955F2D8B9665}"/>
              </a:ext>
            </a:extLst>
          </p:cNvPr>
          <p:cNvSpPr txBox="1"/>
          <p:nvPr/>
        </p:nvSpPr>
        <p:spPr>
          <a:xfrm>
            <a:off x="3960054" y="3587491"/>
            <a:ext cx="874500" cy="1169521"/>
          </a:xfrm>
          <a:prstGeom prst="rect">
            <a:avLst/>
          </a:prstGeom>
          <a:noFill/>
          <a:ln>
            <a:noFill/>
          </a:ln>
        </p:spPr>
        <p:txBody>
          <a:bodyPr spcFirstLastPara="1" wrap="square" lIns="91425" tIns="91425" rIns="91425" bIns="91425" anchor="t" anchorCtr="0">
            <a:spAutoFit/>
          </a:bodyPr>
          <a:lstStyle/>
          <a:p>
            <a:endParaRPr lang="en-US" altLang="ja-JP" sz="1600" b="1" dirty="0">
              <a:latin typeface="Calibri"/>
              <a:ea typeface="Calibri"/>
              <a:cs typeface="Calibri"/>
              <a:sym typeface="Calibri"/>
            </a:endParaRPr>
          </a:p>
          <a:p>
            <a:endParaRPr lang="en-US" sz="1600" b="1" dirty="0">
              <a:latin typeface="Calibri"/>
              <a:ea typeface="Calibri"/>
              <a:cs typeface="Calibri"/>
              <a:sym typeface="Calibri"/>
            </a:endParaRPr>
          </a:p>
          <a:p>
            <a:endParaRPr lang="en-US" sz="1600" b="1" dirty="0">
              <a:latin typeface="Calibri"/>
              <a:ea typeface="Calibri"/>
              <a:cs typeface="Calibri"/>
              <a:sym typeface="Calibri"/>
            </a:endParaRPr>
          </a:p>
          <a:p>
            <a:endParaRPr sz="1600" b="1" dirty="0">
              <a:latin typeface="Calibri"/>
              <a:ea typeface="Calibri"/>
              <a:cs typeface="Calibri"/>
              <a:sym typeface="Calibri"/>
            </a:endParaRPr>
          </a:p>
        </p:txBody>
      </p:sp>
      <p:sp>
        <p:nvSpPr>
          <p:cNvPr id="42" name="Google Shape;406;g254a6bbbaed_0_0">
            <a:extLst>
              <a:ext uri="{FF2B5EF4-FFF2-40B4-BE49-F238E27FC236}">
                <a16:creationId xmlns:a16="http://schemas.microsoft.com/office/drawing/2014/main" id="{1EC0DF8E-7388-45FF-4662-ADA91809DA6D}"/>
              </a:ext>
            </a:extLst>
          </p:cNvPr>
          <p:cNvSpPr txBox="1"/>
          <p:nvPr/>
        </p:nvSpPr>
        <p:spPr>
          <a:xfrm>
            <a:off x="4000753" y="2318407"/>
            <a:ext cx="619781" cy="430857"/>
          </a:xfrm>
          <a:prstGeom prst="rect">
            <a:avLst/>
          </a:prstGeom>
          <a:noFill/>
          <a:ln>
            <a:noFill/>
          </a:ln>
        </p:spPr>
        <p:txBody>
          <a:bodyPr spcFirstLastPara="1" wrap="square" lIns="91425" tIns="91425" rIns="91425" bIns="91425" anchor="t" anchorCtr="0">
            <a:spAutoFit/>
          </a:bodyPr>
          <a:lstStyle/>
          <a:p>
            <a:r>
              <a:rPr lang="en-US" altLang="ja-JP" sz="1600" b="1">
                <a:latin typeface="Calibri"/>
                <a:ea typeface="Calibri"/>
                <a:cs typeface="Calibri"/>
                <a:sym typeface="Calibri"/>
              </a:rPr>
              <a:t>(5, 4)</a:t>
            </a:r>
            <a:endParaRPr sz="1600" b="1" dirty="0">
              <a:latin typeface="Calibri"/>
              <a:ea typeface="Calibri"/>
              <a:cs typeface="Calibri"/>
              <a:sym typeface="Calibri"/>
            </a:endParaRPr>
          </a:p>
        </p:txBody>
      </p:sp>
      <p:sp>
        <p:nvSpPr>
          <p:cNvPr id="43" name="Google Shape;407;g254a6bbbaed_0_0">
            <a:extLst>
              <a:ext uri="{FF2B5EF4-FFF2-40B4-BE49-F238E27FC236}">
                <a16:creationId xmlns:a16="http://schemas.microsoft.com/office/drawing/2014/main" id="{71739E9B-E9EF-1CBD-DE28-A713C7A429F8}"/>
              </a:ext>
            </a:extLst>
          </p:cNvPr>
          <p:cNvSpPr txBox="1"/>
          <p:nvPr/>
        </p:nvSpPr>
        <p:spPr>
          <a:xfrm>
            <a:off x="4870679" y="1630800"/>
            <a:ext cx="874500" cy="431100"/>
          </a:xfrm>
          <a:prstGeom prst="rect">
            <a:avLst/>
          </a:prstGeom>
          <a:noFill/>
          <a:ln>
            <a:noFill/>
          </a:ln>
        </p:spPr>
        <p:txBody>
          <a:bodyPr spcFirstLastPara="1" wrap="square" lIns="91425" tIns="91425" rIns="91425" bIns="91425" anchor="t" anchorCtr="0">
            <a:spAutoFit/>
          </a:bodyPr>
          <a:lstStyle/>
          <a:p>
            <a:r>
              <a:rPr lang="en-US" altLang="ja-JP" sz="1600" b="1">
                <a:latin typeface="Calibri"/>
                <a:ea typeface="Calibri"/>
                <a:cs typeface="Calibri"/>
                <a:sym typeface="Calibri"/>
              </a:rPr>
              <a:t>(6, 5)</a:t>
            </a:r>
            <a:endParaRPr sz="1600" b="1">
              <a:latin typeface="Calibri"/>
              <a:ea typeface="Calibri"/>
              <a:cs typeface="Calibri"/>
              <a:sym typeface="Calibri"/>
            </a:endParaRPr>
          </a:p>
        </p:txBody>
      </p:sp>
      <p:sp>
        <p:nvSpPr>
          <p:cNvPr id="44" name="Google Shape;408;g254a6bbbaed_0_0">
            <a:extLst>
              <a:ext uri="{FF2B5EF4-FFF2-40B4-BE49-F238E27FC236}">
                <a16:creationId xmlns:a16="http://schemas.microsoft.com/office/drawing/2014/main" id="{A8F8F01D-1C91-6E1D-B0CD-F48CDB2AADB2}"/>
              </a:ext>
            </a:extLst>
          </p:cNvPr>
          <p:cNvSpPr txBox="1"/>
          <p:nvPr/>
        </p:nvSpPr>
        <p:spPr>
          <a:xfrm>
            <a:off x="5425128" y="3615045"/>
            <a:ext cx="874500" cy="431100"/>
          </a:xfrm>
          <a:prstGeom prst="rect">
            <a:avLst/>
          </a:prstGeom>
          <a:noFill/>
          <a:ln>
            <a:noFill/>
          </a:ln>
        </p:spPr>
        <p:txBody>
          <a:bodyPr spcFirstLastPara="1" wrap="square" lIns="91425" tIns="91425" rIns="91425" bIns="91425" anchor="t" anchorCtr="0">
            <a:spAutoFit/>
          </a:bodyPr>
          <a:lstStyle/>
          <a:p>
            <a:r>
              <a:rPr lang="en-US" altLang="ja-JP" sz="1600" b="1">
                <a:latin typeface="Calibri"/>
                <a:ea typeface="Calibri"/>
                <a:cs typeface="Calibri"/>
                <a:sym typeface="Calibri"/>
              </a:rPr>
              <a:t>(7, 1)</a:t>
            </a:r>
            <a:endParaRPr sz="1600" b="1" dirty="0">
              <a:latin typeface="Calibri"/>
              <a:ea typeface="Calibri"/>
              <a:cs typeface="Calibri"/>
              <a:sym typeface="Calibri"/>
            </a:endParaRPr>
          </a:p>
        </p:txBody>
      </p:sp>
      <p:sp>
        <p:nvSpPr>
          <p:cNvPr id="45" name="Google Shape;409;g254a6bbbaed_0_0">
            <a:extLst>
              <a:ext uri="{FF2B5EF4-FFF2-40B4-BE49-F238E27FC236}">
                <a16:creationId xmlns:a16="http://schemas.microsoft.com/office/drawing/2014/main" id="{4EC81D5B-B572-6FCF-FB4B-543B6E439D64}"/>
              </a:ext>
            </a:extLst>
          </p:cNvPr>
          <p:cNvSpPr/>
          <p:nvPr/>
        </p:nvSpPr>
        <p:spPr>
          <a:xfrm>
            <a:off x="6638650" y="1182800"/>
            <a:ext cx="4029300" cy="3413100"/>
          </a:xfrm>
          <a:prstGeom prst="rect">
            <a:avLst/>
          </a:prstGeom>
          <a:solidFill>
            <a:schemeClr val="lt1"/>
          </a:solidFill>
          <a:ln w="9525" cap="flat" cmpd="sng">
            <a:solidFill>
              <a:schemeClr val="dk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sz="1700" b="1" dirty="0"/>
          </a:p>
        </p:txBody>
      </p:sp>
      <p:sp>
        <p:nvSpPr>
          <p:cNvPr id="46" name="Google Shape;410;g254a6bbbaed_0_0">
            <a:extLst>
              <a:ext uri="{FF2B5EF4-FFF2-40B4-BE49-F238E27FC236}">
                <a16:creationId xmlns:a16="http://schemas.microsoft.com/office/drawing/2014/main" id="{2064000D-9586-5ADB-653B-806D9004E1D9}"/>
              </a:ext>
            </a:extLst>
          </p:cNvPr>
          <p:cNvSpPr/>
          <p:nvPr/>
        </p:nvSpPr>
        <p:spPr>
          <a:xfrm>
            <a:off x="6740113" y="3562450"/>
            <a:ext cx="874500" cy="3894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r>
              <a:rPr lang="en-US" altLang="ja-JP" sz="1400"/>
              <a:t>L4 (1, 1)</a:t>
            </a:r>
            <a:endParaRPr sz="1400"/>
          </a:p>
        </p:txBody>
      </p:sp>
      <p:sp>
        <p:nvSpPr>
          <p:cNvPr id="47" name="Google Shape;411;g254a6bbbaed_0_0">
            <a:extLst>
              <a:ext uri="{FF2B5EF4-FFF2-40B4-BE49-F238E27FC236}">
                <a16:creationId xmlns:a16="http://schemas.microsoft.com/office/drawing/2014/main" id="{E724DE78-5138-2A80-F523-7DCDC5A3F4A4}"/>
              </a:ext>
            </a:extLst>
          </p:cNvPr>
          <p:cNvSpPr/>
          <p:nvPr/>
        </p:nvSpPr>
        <p:spPr>
          <a:xfrm>
            <a:off x="7715988" y="3562450"/>
            <a:ext cx="874500" cy="3894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r>
              <a:rPr lang="en-US" altLang="ja-JP" sz="1400"/>
              <a:t>L5 (2, 4)</a:t>
            </a:r>
            <a:endParaRPr sz="1400"/>
          </a:p>
        </p:txBody>
      </p:sp>
      <p:sp>
        <p:nvSpPr>
          <p:cNvPr id="48" name="Google Shape;412;g254a6bbbaed_0_0">
            <a:extLst>
              <a:ext uri="{FF2B5EF4-FFF2-40B4-BE49-F238E27FC236}">
                <a16:creationId xmlns:a16="http://schemas.microsoft.com/office/drawing/2014/main" id="{748113CA-E221-5810-EC12-C7EC7302E26B}"/>
              </a:ext>
            </a:extLst>
          </p:cNvPr>
          <p:cNvSpPr/>
          <p:nvPr/>
        </p:nvSpPr>
        <p:spPr>
          <a:xfrm>
            <a:off x="8690488" y="3562450"/>
            <a:ext cx="874500" cy="389400"/>
          </a:xfrm>
          <a:prstGeom prst="rect">
            <a:avLst/>
          </a:prstGeom>
          <a:solidFill>
            <a:srgbClr val="FFFF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r>
              <a:rPr lang="en-US" altLang="ja-JP" sz="1400"/>
              <a:t>L6 (7, 1)</a:t>
            </a:r>
            <a:endParaRPr sz="1400" dirty="0"/>
          </a:p>
        </p:txBody>
      </p:sp>
      <p:sp>
        <p:nvSpPr>
          <p:cNvPr id="49" name="Google Shape;413;g254a6bbbaed_0_0">
            <a:extLst>
              <a:ext uri="{FF2B5EF4-FFF2-40B4-BE49-F238E27FC236}">
                <a16:creationId xmlns:a16="http://schemas.microsoft.com/office/drawing/2014/main" id="{6CE541EC-5B49-F058-6975-CA1FE50BCD1D}"/>
              </a:ext>
            </a:extLst>
          </p:cNvPr>
          <p:cNvSpPr/>
          <p:nvPr/>
        </p:nvSpPr>
        <p:spPr>
          <a:xfrm>
            <a:off x="9691988" y="3562450"/>
            <a:ext cx="874500" cy="3894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r>
              <a:rPr lang="en-US" altLang="ja-JP" sz="1400"/>
              <a:t>L7 (6, 5)</a:t>
            </a:r>
            <a:endParaRPr sz="1400" dirty="0"/>
          </a:p>
        </p:txBody>
      </p:sp>
      <p:sp>
        <p:nvSpPr>
          <p:cNvPr id="50" name="Google Shape;414;g254a6bbbaed_0_0">
            <a:extLst>
              <a:ext uri="{FF2B5EF4-FFF2-40B4-BE49-F238E27FC236}">
                <a16:creationId xmlns:a16="http://schemas.microsoft.com/office/drawing/2014/main" id="{9A21B326-6DCD-BDEF-FB74-F4DC5AE72FEE}"/>
              </a:ext>
            </a:extLst>
          </p:cNvPr>
          <p:cNvSpPr/>
          <p:nvPr/>
        </p:nvSpPr>
        <p:spPr>
          <a:xfrm>
            <a:off x="7244938" y="2742125"/>
            <a:ext cx="874500" cy="3894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r>
              <a:rPr lang="en-US" altLang="ja-JP" sz="1400"/>
              <a:t>L2 (3, 3)</a:t>
            </a:r>
            <a:endParaRPr sz="1400"/>
          </a:p>
        </p:txBody>
      </p:sp>
      <p:sp>
        <p:nvSpPr>
          <p:cNvPr id="51" name="Google Shape;415;g254a6bbbaed_0_0">
            <a:extLst>
              <a:ext uri="{FF2B5EF4-FFF2-40B4-BE49-F238E27FC236}">
                <a16:creationId xmlns:a16="http://schemas.microsoft.com/office/drawing/2014/main" id="{B6E69FD9-D5F2-E01B-8B1E-992AB959D439}"/>
              </a:ext>
            </a:extLst>
          </p:cNvPr>
          <p:cNvSpPr/>
          <p:nvPr/>
        </p:nvSpPr>
        <p:spPr>
          <a:xfrm>
            <a:off x="9173363" y="2742125"/>
            <a:ext cx="874500" cy="3894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r>
              <a:rPr lang="en-US" altLang="ja-JP" sz="1400"/>
              <a:t>L3 (5, 4)</a:t>
            </a:r>
            <a:endParaRPr sz="1400"/>
          </a:p>
        </p:txBody>
      </p:sp>
      <p:sp>
        <p:nvSpPr>
          <p:cNvPr id="52" name="Google Shape;416;g254a6bbbaed_0_0">
            <a:extLst>
              <a:ext uri="{FF2B5EF4-FFF2-40B4-BE49-F238E27FC236}">
                <a16:creationId xmlns:a16="http://schemas.microsoft.com/office/drawing/2014/main" id="{F085B8A0-537C-FE25-9897-5D79AF4653A0}"/>
              </a:ext>
            </a:extLst>
          </p:cNvPr>
          <p:cNvSpPr/>
          <p:nvPr/>
        </p:nvSpPr>
        <p:spPr>
          <a:xfrm>
            <a:off x="8216038" y="1784138"/>
            <a:ext cx="874500" cy="3894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r>
              <a:rPr lang="en-US" altLang="ja-JP" sz="1400" dirty="0"/>
              <a:t>L1 (4, 1)</a:t>
            </a:r>
            <a:endParaRPr sz="1400" dirty="0"/>
          </a:p>
        </p:txBody>
      </p:sp>
      <p:cxnSp>
        <p:nvCxnSpPr>
          <p:cNvPr id="53" name="Google Shape;417;g254a6bbbaed_0_0">
            <a:extLst>
              <a:ext uri="{FF2B5EF4-FFF2-40B4-BE49-F238E27FC236}">
                <a16:creationId xmlns:a16="http://schemas.microsoft.com/office/drawing/2014/main" id="{3AA382AD-118A-122D-E7A6-54631F8238BB}"/>
              </a:ext>
            </a:extLst>
          </p:cNvPr>
          <p:cNvCxnSpPr>
            <a:endCxn id="51" idx="0"/>
          </p:cNvCxnSpPr>
          <p:nvPr/>
        </p:nvCxnSpPr>
        <p:spPr>
          <a:xfrm>
            <a:off x="8683913" y="2191925"/>
            <a:ext cx="926700" cy="550200"/>
          </a:xfrm>
          <a:prstGeom prst="straightConnector1">
            <a:avLst/>
          </a:prstGeom>
          <a:noFill/>
          <a:ln w="9525" cap="flat" cmpd="sng">
            <a:solidFill>
              <a:schemeClr val="dk2"/>
            </a:solidFill>
            <a:prstDash val="solid"/>
            <a:round/>
            <a:headEnd type="none" w="med" len="med"/>
            <a:tailEnd type="none" w="med" len="med"/>
          </a:ln>
        </p:spPr>
      </p:cxnSp>
      <p:cxnSp>
        <p:nvCxnSpPr>
          <p:cNvPr id="54" name="Google Shape;418;g254a6bbbaed_0_0">
            <a:extLst>
              <a:ext uri="{FF2B5EF4-FFF2-40B4-BE49-F238E27FC236}">
                <a16:creationId xmlns:a16="http://schemas.microsoft.com/office/drawing/2014/main" id="{932F0953-BBA5-2A27-29CD-15F293EC5ADB}"/>
              </a:ext>
            </a:extLst>
          </p:cNvPr>
          <p:cNvCxnSpPr>
            <a:endCxn id="50" idx="0"/>
          </p:cNvCxnSpPr>
          <p:nvPr/>
        </p:nvCxnSpPr>
        <p:spPr>
          <a:xfrm flipH="1">
            <a:off x="7682188" y="2191925"/>
            <a:ext cx="1001700" cy="550200"/>
          </a:xfrm>
          <a:prstGeom prst="straightConnector1">
            <a:avLst/>
          </a:prstGeom>
          <a:noFill/>
          <a:ln w="9525" cap="flat" cmpd="sng">
            <a:solidFill>
              <a:schemeClr val="dk2"/>
            </a:solidFill>
            <a:prstDash val="solid"/>
            <a:round/>
            <a:headEnd type="none" w="med" len="med"/>
            <a:tailEnd type="none" w="med" len="med"/>
          </a:ln>
        </p:spPr>
      </p:cxnSp>
      <p:cxnSp>
        <p:nvCxnSpPr>
          <p:cNvPr id="55" name="Google Shape;419;g254a6bbbaed_0_0">
            <a:extLst>
              <a:ext uri="{FF2B5EF4-FFF2-40B4-BE49-F238E27FC236}">
                <a16:creationId xmlns:a16="http://schemas.microsoft.com/office/drawing/2014/main" id="{C69AAF73-3938-A7DD-63EB-7D5E984F4907}"/>
              </a:ext>
            </a:extLst>
          </p:cNvPr>
          <p:cNvCxnSpPr>
            <a:stCxn id="46" idx="0"/>
            <a:endCxn id="50" idx="2"/>
          </p:cNvCxnSpPr>
          <p:nvPr/>
        </p:nvCxnSpPr>
        <p:spPr>
          <a:xfrm rot="10800000" flipH="1">
            <a:off x="7177363" y="3131650"/>
            <a:ext cx="504900" cy="430800"/>
          </a:xfrm>
          <a:prstGeom prst="straightConnector1">
            <a:avLst/>
          </a:prstGeom>
          <a:noFill/>
          <a:ln w="9525" cap="flat" cmpd="sng">
            <a:solidFill>
              <a:schemeClr val="dk2"/>
            </a:solidFill>
            <a:prstDash val="solid"/>
            <a:round/>
            <a:headEnd type="none" w="med" len="med"/>
            <a:tailEnd type="none" w="med" len="med"/>
          </a:ln>
        </p:spPr>
      </p:cxnSp>
      <p:cxnSp>
        <p:nvCxnSpPr>
          <p:cNvPr id="56" name="Google Shape;420;g254a6bbbaed_0_0">
            <a:extLst>
              <a:ext uri="{FF2B5EF4-FFF2-40B4-BE49-F238E27FC236}">
                <a16:creationId xmlns:a16="http://schemas.microsoft.com/office/drawing/2014/main" id="{3A54EB8C-23F7-70CE-550B-E19DE1A104F4}"/>
              </a:ext>
            </a:extLst>
          </p:cNvPr>
          <p:cNvCxnSpPr>
            <a:stCxn id="47" idx="0"/>
          </p:cNvCxnSpPr>
          <p:nvPr/>
        </p:nvCxnSpPr>
        <p:spPr>
          <a:xfrm rot="10800000">
            <a:off x="7682238" y="3131650"/>
            <a:ext cx="471000" cy="430800"/>
          </a:xfrm>
          <a:prstGeom prst="straightConnector1">
            <a:avLst/>
          </a:prstGeom>
          <a:noFill/>
          <a:ln w="9525" cap="flat" cmpd="sng">
            <a:solidFill>
              <a:schemeClr val="dk2"/>
            </a:solidFill>
            <a:prstDash val="solid"/>
            <a:round/>
            <a:headEnd type="none" w="med" len="med"/>
            <a:tailEnd type="none" w="med" len="med"/>
          </a:ln>
        </p:spPr>
      </p:cxnSp>
      <p:cxnSp>
        <p:nvCxnSpPr>
          <p:cNvPr id="57" name="Google Shape;421;g254a6bbbaed_0_0">
            <a:extLst>
              <a:ext uri="{FF2B5EF4-FFF2-40B4-BE49-F238E27FC236}">
                <a16:creationId xmlns:a16="http://schemas.microsoft.com/office/drawing/2014/main" id="{B19FFF0C-0D5A-4521-4F3E-4E6D8A46568F}"/>
              </a:ext>
            </a:extLst>
          </p:cNvPr>
          <p:cNvCxnSpPr>
            <a:endCxn id="51" idx="2"/>
          </p:cNvCxnSpPr>
          <p:nvPr/>
        </p:nvCxnSpPr>
        <p:spPr>
          <a:xfrm rot="10800000">
            <a:off x="9610613" y="3131525"/>
            <a:ext cx="525300" cy="430800"/>
          </a:xfrm>
          <a:prstGeom prst="straightConnector1">
            <a:avLst/>
          </a:prstGeom>
          <a:noFill/>
          <a:ln w="9525" cap="flat" cmpd="sng">
            <a:solidFill>
              <a:schemeClr val="dk2"/>
            </a:solidFill>
            <a:prstDash val="solid"/>
            <a:round/>
            <a:headEnd type="none" w="med" len="med"/>
            <a:tailEnd type="none" w="med" len="med"/>
          </a:ln>
        </p:spPr>
      </p:cxnSp>
      <p:cxnSp>
        <p:nvCxnSpPr>
          <p:cNvPr id="58" name="Google Shape;422;g254a6bbbaed_0_0">
            <a:extLst>
              <a:ext uri="{FF2B5EF4-FFF2-40B4-BE49-F238E27FC236}">
                <a16:creationId xmlns:a16="http://schemas.microsoft.com/office/drawing/2014/main" id="{8658CA7A-5FE7-18A4-7FDA-332B6A5D2C00}"/>
              </a:ext>
            </a:extLst>
          </p:cNvPr>
          <p:cNvCxnSpPr>
            <a:stCxn id="48" idx="0"/>
          </p:cNvCxnSpPr>
          <p:nvPr/>
        </p:nvCxnSpPr>
        <p:spPr>
          <a:xfrm rot="10800000" flipH="1">
            <a:off x="9127738" y="3131650"/>
            <a:ext cx="483000" cy="430800"/>
          </a:xfrm>
          <a:prstGeom prst="straightConnector1">
            <a:avLst/>
          </a:prstGeom>
          <a:noFill/>
          <a:ln w="9525" cap="flat" cmpd="sng">
            <a:solidFill>
              <a:schemeClr val="dk2"/>
            </a:solidFill>
            <a:prstDash val="solid"/>
            <a:round/>
            <a:headEnd type="none" w="med" len="med"/>
            <a:tailEnd type="none" w="med" len="med"/>
          </a:ln>
        </p:spPr>
      </p:cxnSp>
      <p:cxnSp>
        <p:nvCxnSpPr>
          <p:cNvPr id="59" name="Google Shape;423;g254a6bbbaed_0_0">
            <a:extLst>
              <a:ext uri="{FF2B5EF4-FFF2-40B4-BE49-F238E27FC236}">
                <a16:creationId xmlns:a16="http://schemas.microsoft.com/office/drawing/2014/main" id="{23D7B4A4-632E-FAC3-A71C-41DAED0506AC}"/>
              </a:ext>
            </a:extLst>
          </p:cNvPr>
          <p:cNvCxnSpPr/>
          <p:nvPr/>
        </p:nvCxnSpPr>
        <p:spPr>
          <a:xfrm>
            <a:off x="3879063" y="1461650"/>
            <a:ext cx="13800" cy="2855400"/>
          </a:xfrm>
          <a:prstGeom prst="straightConnector1">
            <a:avLst/>
          </a:prstGeom>
          <a:noFill/>
          <a:ln w="9525" cap="flat" cmpd="sng">
            <a:solidFill>
              <a:schemeClr val="dk2"/>
            </a:solidFill>
            <a:prstDash val="solid"/>
            <a:round/>
            <a:headEnd type="none" w="med" len="med"/>
            <a:tailEnd type="none" w="med" len="med"/>
          </a:ln>
        </p:spPr>
      </p:cxnSp>
      <p:cxnSp>
        <p:nvCxnSpPr>
          <p:cNvPr id="60" name="Google Shape;424;g254a6bbbaed_0_0">
            <a:extLst>
              <a:ext uri="{FF2B5EF4-FFF2-40B4-BE49-F238E27FC236}">
                <a16:creationId xmlns:a16="http://schemas.microsoft.com/office/drawing/2014/main" id="{0217486D-B32D-2315-F740-7326CC2AA6EC}"/>
              </a:ext>
            </a:extLst>
          </p:cNvPr>
          <p:cNvCxnSpPr/>
          <p:nvPr/>
        </p:nvCxnSpPr>
        <p:spPr>
          <a:xfrm>
            <a:off x="2420225" y="2825025"/>
            <a:ext cx="0" cy="1480500"/>
          </a:xfrm>
          <a:prstGeom prst="straightConnector1">
            <a:avLst/>
          </a:prstGeom>
          <a:noFill/>
          <a:ln w="9525" cap="flat" cmpd="sng">
            <a:solidFill>
              <a:schemeClr val="dk2"/>
            </a:solidFill>
            <a:prstDash val="solid"/>
            <a:round/>
            <a:headEnd type="none" w="med" len="med"/>
            <a:tailEnd type="none" w="med" len="med"/>
          </a:ln>
        </p:spPr>
      </p:cxnSp>
      <p:sp>
        <p:nvSpPr>
          <p:cNvPr id="61" name="Google Shape;427;g254a6bbbaed_0_0">
            <a:extLst>
              <a:ext uri="{FF2B5EF4-FFF2-40B4-BE49-F238E27FC236}">
                <a16:creationId xmlns:a16="http://schemas.microsoft.com/office/drawing/2014/main" id="{372D20F5-5656-8EE8-03B7-DCF8BDA327E2}"/>
              </a:ext>
            </a:extLst>
          </p:cNvPr>
          <p:cNvSpPr txBox="1"/>
          <p:nvPr/>
        </p:nvSpPr>
        <p:spPr>
          <a:xfrm>
            <a:off x="5757751" y="2084100"/>
            <a:ext cx="483000" cy="431100"/>
          </a:xfrm>
          <a:prstGeom prst="rect">
            <a:avLst/>
          </a:prstGeom>
          <a:noFill/>
          <a:ln>
            <a:noFill/>
          </a:ln>
        </p:spPr>
        <p:txBody>
          <a:bodyPr spcFirstLastPara="1" wrap="square" lIns="91425" tIns="91425" rIns="91425" bIns="91425" anchor="t" anchorCtr="0">
            <a:spAutoFit/>
          </a:bodyPr>
          <a:lstStyle/>
          <a:p>
            <a:pPr algn="ctr"/>
            <a:r>
              <a:rPr lang="en-US" altLang="ja-JP" sz="1600" b="1">
                <a:latin typeface="Calibri"/>
                <a:ea typeface="Calibri"/>
                <a:cs typeface="Calibri"/>
                <a:sym typeface="Calibri"/>
              </a:rPr>
              <a:t>L3</a:t>
            </a:r>
            <a:endParaRPr sz="1600" b="1">
              <a:latin typeface="Calibri"/>
              <a:ea typeface="Calibri"/>
              <a:cs typeface="Calibri"/>
              <a:sym typeface="Calibri"/>
            </a:endParaRPr>
          </a:p>
        </p:txBody>
      </p:sp>
      <p:sp>
        <p:nvSpPr>
          <p:cNvPr id="62" name="Google Shape;428;g254a6bbbaed_0_0">
            <a:extLst>
              <a:ext uri="{FF2B5EF4-FFF2-40B4-BE49-F238E27FC236}">
                <a16:creationId xmlns:a16="http://schemas.microsoft.com/office/drawing/2014/main" id="{CFBCD7FE-A33B-E7B7-7A1E-376676F04EBF}"/>
              </a:ext>
            </a:extLst>
          </p:cNvPr>
          <p:cNvSpPr txBox="1"/>
          <p:nvPr/>
        </p:nvSpPr>
        <p:spPr>
          <a:xfrm>
            <a:off x="2178714" y="4254225"/>
            <a:ext cx="483000" cy="431100"/>
          </a:xfrm>
          <a:prstGeom prst="rect">
            <a:avLst/>
          </a:prstGeom>
          <a:noFill/>
          <a:ln>
            <a:noFill/>
          </a:ln>
        </p:spPr>
        <p:txBody>
          <a:bodyPr spcFirstLastPara="1" wrap="square" lIns="91425" tIns="91425" rIns="91425" bIns="91425" anchor="t" anchorCtr="0">
            <a:spAutoFit/>
          </a:bodyPr>
          <a:lstStyle/>
          <a:p>
            <a:pPr algn="ctr"/>
            <a:r>
              <a:rPr lang="en-US" altLang="ja-JP" sz="1600" b="1">
                <a:latin typeface="Calibri"/>
                <a:ea typeface="Calibri"/>
                <a:cs typeface="Calibri"/>
                <a:sym typeface="Calibri"/>
              </a:rPr>
              <a:t>L4</a:t>
            </a:r>
            <a:endParaRPr sz="1600" b="1">
              <a:latin typeface="Calibri"/>
              <a:ea typeface="Calibri"/>
              <a:cs typeface="Calibri"/>
              <a:sym typeface="Calibri"/>
            </a:endParaRPr>
          </a:p>
        </p:txBody>
      </p:sp>
      <p:sp>
        <p:nvSpPr>
          <p:cNvPr id="63" name="Google Shape;429;g254a6bbbaed_0_0">
            <a:extLst>
              <a:ext uri="{FF2B5EF4-FFF2-40B4-BE49-F238E27FC236}">
                <a16:creationId xmlns:a16="http://schemas.microsoft.com/office/drawing/2014/main" id="{699241DA-F70C-4E12-DA92-EEA3478CB92E}"/>
              </a:ext>
            </a:extLst>
          </p:cNvPr>
          <p:cNvSpPr txBox="1"/>
          <p:nvPr/>
        </p:nvSpPr>
        <p:spPr>
          <a:xfrm>
            <a:off x="2623951" y="1141938"/>
            <a:ext cx="483000" cy="431100"/>
          </a:xfrm>
          <a:prstGeom prst="rect">
            <a:avLst/>
          </a:prstGeom>
          <a:noFill/>
          <a:ln>
            <a:noFill/>
          </a:ln>
        </p:spPr>
        <p:txBody>
          <a:bodyPr spcFirstLastPara="1" wrap="square" lIns="91425" tIns="91425" rIns="91425" bIns="91425" anchor="t" anchorCtr="0">
            <a:spAutoFit/>
          </a:bodyPr>
          <a:lstStyle/>
          <a:p>
            <a:pPr algn="ctr"/>
            <a:r>
              <a:rPr lang="en-US" altLang="ja-JP" sz="1600" b="1">
                <a:latin typeface="Calibri"/>
                <a:ea typeface="Calibri"/>
                <a:cs typeface="Calibri"/>
                <a:sym typeface="Calibri"/>
              </a:rPr>
              <a:t>L5</a:t>
            </a:r>
            <a:endParaRPr sz="1600" b="1">
              <a:latin typeface="Calibri"/>
              <a:ea typeface="Calibri"/>
              <a:cs typeface="Calibri"/>
              <a:sym typeface="Calibri"/>
            </a:endParaRPr>
          </a:p>
        </p:txBody>
      </p:sp>
      <p:sp>
        <p:nvSpPr>
          <p:cNvPr id="64" name="Google Shape;430;g254a6bbbaed_0_0">
            <a:extLst>
              <a:ext uri="{FF2B5EF4-FFF2-40B4-BE49-F238E27FC236}">
                <a16:creationId xmlns:a16="http://schemas.microsoft.com/office/drawing/2014/main" id="{DCDA474E-A9AC-DDA2-D7B6-C76728222CC3}"/>
              </a:ext>
            </a:extLst>
          </p:cNvPr>
          <p:cNvSpPr txBox="1"/>
          <p:nvPr/>
        </p:nvSpPr>
        <p:spPr>
          <a:xfrm>
            <a:off x="5134414" y="4254225"/>
            <a:ext cx="483000" cy="431100"/>
          </a:xfrm>
          <a:prstGeom prst="rect">
            <a:avLst/>
          </a:prstGeom>
          <a:noFill/>
          <a:ln>
            <a:noFill/>
          </a:ln>
        </p:spPr>
        <p:txBody>
          <a:bodyPr spcFirstLastPara="1" wrap="square" lIns="91425" tIns="91425" rIns="91425" bIns="91425" anchor="t" anchorCtr="0">
            <a:spAutoFit/>
          </a:bodyPr>
          <a:lstStyle/>
          <a:p>
            <a:pPr algn="ctr"/>
            <a:r>
              <a:rPr lang="en-US" altLang="ja-JP" sz="1600" b="1">
                <a:latin typeface="Calibri"/>
                <a:ea typeface="Calibri"/>
                <a:cs typeface="Calibri"/>
                <a:sym typeface="Calibri"/>
              </a:rPr>
              <a:t>L6</a:t>
            </a:r>
            <a:endParaRPr sz="1600" b="1">
              <a:latin typeface="Calibri"/>
              <a:ea typeface="Calibri"/>
              <a:cs typeface="Calibri"/>
              <a:sym typeface="Calibri"/>
            </a:endParaRPr>
          </a:p>
        </p:txBody>
      </p:sp>
      <p:sp>
        <p:nvSpPr>
          <p:cNvPr id="65" name="Google Shape;431;g254a6bbbaed_0_0">
            <a:extLst>
              <a:ext uri="{FF2B5EF4-FFF2-40B4-BE49-F238E27FC236}">
                <a16:creationId xmlns:a16="http://schemas.microsoft.com/office/drawing/2014/main" id="{5BF27F2F-ECB7-EA0D-76FD-71AD6A751470}"/>
              </a:ext>
            </a:extLst>
          </p:cNvPr>
          <p:cNvSpPr txBox="1"/>
          <p:nvPr/>
        </p:nvSpPr>
        <p:spPr>
          <a:xfrm>
            <a:off x="4631301" y="1141950"/>
            <a:ext cx="483000" cy="431100"/>
          </a:xfrm>
          <a:prstGeom prst="rect">
            <a:avLst/>
          </a:prstGeom>
          <a:noFill/>
          <a:ln>
            <a:noFill/>
          </a:ln>
        </p:spPr>
        <p:txBody>
          <a:bodyPr spcFirstLastPara="1" wrap="square" lIns="91425" tIns="91425" rIns="91425" bIns="91425" anchor="t" anchorCtr="0">
            <a:spAutoFit/>
          </a:bodyPr>
          <a:lstStyle/>
          <a:p>
            <a:pPr algn="ctr"/>
            <a:r>
              <a:rPr lang="en-US" altLang="ja-JP" sz="1600" b="1">
                <a:latin typeface="Calibri"/>
                <a:ea typeface="Calibri"/>
                <a:cs typeface="Calibri"/>
                <a:sym typeface="Calibri"/>
              </a:rPr>
              <a:t>L7</a:t>
            </a:r>
            <a:endParaRPr sz="1600" b="1" dirty="0">
              <a:latin typeface="Calibri"/>
              <a:ea typeface="Calibri"/>
              <a:cs typeface="Calibri"/>
              <a:sym typeface="Calibri"/>
            </a:endParaRPr>
          </a:p>
        </p:txBody>
      </p:sp>
      <p:sp>
        <p:nvSpPr>
          <p:cNvPr id="66" name="Google Shape;432;g254a6bbbaed_0_0">
            <a:extLst>
              <a:ext uri="{FF2B5EF4-FFF2-40B4-BE49-F238E27FC236}">
                <a16:creationId xmlns:a16="http://schemas.microsoft.com/office/drawing/2014/main" id="{ADCFF0D7-EB39-0BBF-016A-7C9527BFA438}"/>
              </a:ext>
            </a:extLst>
          </p:cNvPr>
          <p:cNvSpPr txBox="1"/>
          <p:nvPr/>
        </p:nvSpPr>
        <p:spPr>
          <a:xfrm>
            <a:off x="3656576" y="1141938"/>
            <a:ext cx="483000" cy="431100"/>
          </a:xfrm>
          <a:prstGeom prst="rect">
            <a:avLst/>
          </a:prstGeom>
          <a:noFill/>
          <a:ln>
            <a:noFill/>
          </a:ln>
        </p:spPr>
        <p:txBody>
          <a:bodyPr spcFirstLastPara="1" wrap="square" lIns="91425" tIns="91425" rIns="91425" bIns="91425" anchor="t" anchorCtr="0">
            <a:spAutoFit/>
          </a:bodyPr>
          <a:lstStyle/>
          <a:p>
            <a:pPr algn="ctr"/>
            <a:r>
              <a:rPr lang="en-US" altLang="ja-JP" sz="1600" b="1">
                <a:latin typeface="Calibri"/>
                <a:ea typeface="Calibri"/>
                <a:cs typeface="Calibri"/>
                <a:sym typeface="Calibri"/>
              </a:rPr>
              <a:t>L1</a:t>
            </a:r>
            <a:endParaRPr sz="1600" b="1">
              <a:latin typeface="Calibri"/>
              <a:ea typeface="Calibri"/>
              <a:cs typeface="Calibri"/>
              <a:sym typeface="Calibri"/>
            </a:endParaRPr>
          </a:p>
        </p:txBody>
      </p:sp>
      <p:sp>
        <p:nvSpPr>
          <p:cNvPr id="67" name="Google Shape;433;g254a6bbbaed_0_0">
            <a:extLst>
              <a:ext uri="{FF2B5EF4-FFF2-40B4-BE49-F238E27FC236}">
                <a16:creationId xmlns:a16="http://schemas.microsoft.com/office/drawing/2014/main" id="{E794F240-7B05-37B1-2C17-D5C5DD03E19D}"/>
              </a:ext>
            </a:extLst>
          </p:cNvPr>
          <p:cNvSpPr txBox="1"/>
          <p:nvPr/>
        </p:nvSpPr>
        <p:spPr>
          <a:xfrm>
            <a:off x="1498901" y="2597500"/>
            <a:ext cx="483000" cy="431100"/>
          </a:xfrm>
          <a:prstGeom prst="rect">
            <a:avLst/>
          </a:prstGeom>
          <a:noFill/>
          <a:ln>
            <a:noFill/>
          </a:ln>
        </p:spPr>
        <p:txBody>
          <a:bodyPr spcFirstLastPara="1" wrap="square" lIns="91425" tIns="91425" rIns="91425" bIns="91425" anchor="t" anchorCtr="0">
            <a:spAutoFit/>
          </a:bodyPr>
          <a:lstStyle/>
          <a:p>
            <a:pPr algn="ctr"/>
            <a:r>
              <a:rPr lang="en-US" altLang="ja-JP" sz="1600" b="1">
                <a:latin typeface="Calibri"/>
                <a:ea typeface="Calibri"/>
                <a:cs typeface="Calibri"/>
                <a:sym typeface="Calibri"/>
              </a:rPr>
              <a:t>L2</a:t>
            </a:r>
            <a:endParaRPr sz="1600" b="1">
              <a:latin typeface="Calibri"/>
              <a:ea typeface="Calibri"/>
              <a:cs typeface="Calibri"/>
              <a:sym typeface="Calibri"/>
            </a:endParaRPr>
          </a:p>
        </p:txBody>
      </p:sp>
      <p:sp>
        <p:nvSpPr>
          <p:cNvPr id="68" name="Google Shape;434;g254a6bbbaed_0_0">
            <a:extLst>
              <a:ext uri="{FF2B5EF4-FFF2-40B4-BE49-F238E27FC236}">
                <a16:creationId xmlns:a16="http://schemas.microsoft.com/office/drawing/2014/main" id="{1C780C69-1AC0-B2FA-84BF-85C24C659D27}"/>
              </a:ext>
            </a:extLst>
          </p:cNvPr>
          <p:cNvSpPr/>
          <p:nvPr/>
        </p:nvSpPr>
        <p:spPr>
          <a:xfrm>
            <a:off x="3822523" y="3738848"/>
            <a:ext cx="128400" cy="128400"/>
          </a:xfrm>
          <a:prstGeom prst="flowChartConnector">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highlight>
                <a:srgbClr val="FF0000"/>
              </a:highlight>
            </a:endParaRPr>
          </a:p>
        </p:txBody>
      </p:sp>
      <p:sp>
        <p:nvSpPr>
          <p:cNvPr id="69" name="Google Shape;435;g254a6bbbaed_0_0">
            <a:extLst>
              <a:ext uri="{FF2B5EF4-FFF2-40B4-BE49-F238E27FC236}">
                <a16:creationId xmlns:a16="http://schemas.microsoft.com/office/drawing/2014/main" id="{CD370D35-522A-FE3A-9A2F-72F45556A172}"/>
              </a:ext>
            </a:extLst>
          </p:cNvPr>
          <p:cNvSpPr/>
          <p:nvPr/>
        </p:nvSpPr>
        <p:spPr>
          <a:xfrm>
            <a:off x="2366434" y="3738848"/>
            <a:ext cx="128400" cy="128400"/>
          </a:xfrm>
          <a:prstGeom prst="flowChartConnector">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highlight>
                <a:srgbClr val="FF0000"/>
              </a:highlight>
            </a:endParaRPr>
          </a:p>
        </p:txBody>
      </p:sp>
      <p:sp>
        <p:nvSpPr>
          <p:cNvPr id="70" name="Google Shape;406;g254a6bbbaed_0_0">
            <a:extLst>
              <a:ext uri="{FF2B5EF4-FFF2-40B4-BE49-F238E27FC236}">
                <a16:creationId xmlns:a16="http://schemas.microsoft.com/office/drawing/2014/main" id="{3EB04AD4-616C-49AA-EF1C-ADC3B3C4C77D}"/>
              </a:ext>
            </a:extLst>
          </p:cNvPr>
          <p:cNvSpPr txBox="1"/>
          <p:nvPr/>
        </p:nvSpPr>
        <p:spPr>
          <a:xfrm>
            <a:off x="3975525" y="3573603"/>
            <a:ext cx="874500" cy="431100"/>
          </a:xfrm>
          <a:prstGeom prst="rect">
            <a:avLst/>
          </a:prstGeom>
          <a:noFill/>
          <a:ln>
            <a:noFill/>
          </a:ln>
        </p:spPr>
        <p:txBody>
          <a:bodyPr spcFirstLastPara="1" wrap="square" lIns="91425" tIns="91425" rIns="91425" bIns="91425" anchor="t" anchorCtr="0">
            <a:spAutoFit/>
          </a:bodyPr>
          <a:lstStyle/>
          <a:p>
            <a:r>
              <a:rPr lang="en-US" altLang="ja-JP" sz="1600" b="1">
                <a:latin typeface="Calibri"/>
                <a:ea typeface="Calibri"/>
                <a:cs typeface="Calibri"/>
                <a:sym typeface="Calibri"/>
              </a:rPr>
              <a:t>(</a:t>
            </a:r>
            <a:r>
              <a:rPr lang="en-US" altLang="ja-JP" sz="1600" b="1" dirty="0">
                <a:latin typeface="Calibri"/>
                <a:ea typeface="Calibri"/>
                <a:cs typeface="Calibri"/>
                <a:sym typeface="Calibri"/>
              </a:rPr>
              <a:t>4</a:t>
            </a:r>
            <a:r>
              <a:rPr lang="en-US" altLang="ja-JP" sz="1600" b="1">
                <a:latin typeface="Calibri"/>
                <a:ea typeface="Calibri"/>
                <a:cs typeface="Calibri"/>
                <a:sym typeface="Calibri"/>
              </a:rPr>
              <a:t>, </a:t>
            </a:r>
            <a:r>
              <a:rPr lang="en-US" altLang="ja-JP" sz="1600" b="1" dirty="0">
                <a:latin typeface="Calibri"/>
                <a:ea typeface="Calibri"/>
                <a:cs typeface="Calibri"/>
                <a:sym typeface="Calibri"/>
              </a:rPr>
              <a:t>1</a:t>
            </a:r>
            <a:r>
              <a:rPr lang="en-US" altLang="ja-JP" sz="1600" b="1">
                <a:latin typeface="Calibri"/>
                <a:ea typeface="Calibri"/>
                <a:cs typeface="Calibri"/>
                <a:sym typeface="Calibri"/>
              </a:rPr>
              <a:t>)</a:t>
            </a:r>
            <a:endParaRPr sz="1600" b="1" dirty="0">
              <a:latin typeface="Calibri"/>
              <a:ea typeface="Calibri"/>
              <a:cs typeface="Calibri"/>
              <a:sym typeface="Calibri"/>
            </a:endParaRPr>
          </a:p>
        </p:txBody>
      </p:sp>
      <p:sp>
        <p:nvSpPr>
          <p:cNvPr id="71" name="Google Shape;398;g254a6bbbaed_0_0">
            <a:extLst>
              <a:ext uri="{FF2B5EF4-FFF2-40B4-BE49-F238E27FC236}">
                <a16:creationId xmlns:a16="http://schemas.microsoft.com/office/drawing/2014/main" id="{4F79FF5B-AB14-EE10-3FC7-DE9E84411E02}"/>
              </a:ext>
            </a:extLst>
          </p:cNvPr>
          <p:cNvSpPr/>
          <p:nvPr/>
        </p:nvSpPr>
        <p:spPr>
          <a:xfrm>
            <a:off x="4792162" y="2714038"/>
            <a:ext cx="128400" cy="128400"/>
          </a:xfrm>
          <a:prstGeom prst="flowChartConnector">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highlight>
                <a:srgbClr val="FF0000"/>
              </a:highlight>
            </a:endParaRPr>
          </a:p>
        </p:txBody>
      </p:sp>
      <p:sp>
        <p:nvSpPr>
          <p:cNvPr id="72" name="Google Shape;407;g254a6bbbaed_0_0">
            <a:extLst>
              <a:ext uri="{FF2B5EF4-FFF2-40B4-BE49-F238E27FC236}">
                <a16:creationId xmlns:a16="http://schemas.microsoft.com/office/drawing/2014/main" id="{65FFBB9E-1D7F-0FE9-04D9-B5675AC42938}"/>
              </a:ext>
            </a:extLst>
          </p:cNvPr>
          <p:cNvSpPr txBox="1"/>
          <p:nvPr/>
        </p:nvSpPr>
        <p:spPr>
          <a:xfrm>
            <a:off x="4555957" y="2770650"/>
            <a:ext cx="688813" cy="431100"/>
          </a:xfrm>
          <a:prstGeom prst="rect">
            <a:avLst/>
          </a:prstGeom>
          <a:noFill/>
          <a:ln>
            <a:noFill/>
          </a:ln>
        </p:spPr>
        <p:txBody>
          <a:bodyPr spcFirstLastPara="1" wrap="square" lIns="91425" tIns="91425" rIns="91425" bIns="91425" anchor="t" anchorCtr="0">
            <a:spAutoFit/>
          </a:bodyPr>
          <a:lstStyle/>
          <a:p>
            <a:r>
              <a:rPr lang="en-US" altLang="ja-JP" sz="1600" b="1">
                <a:solidFill>
                  <a:srgbClr val="FF0000"/>
                </a:solidFill>
                <a:latin typeface="Calibri"/>
                <a:ea typeface="Calibri"/>
                <a:cs typeface="Calibri"/>
                <a:sym typeface="Calibri"/>
              </a:rPr>
              <a:t>(6, </a:t>
            </a:r>
            <a:r>
              <a:rPr lang="en-US" altLang="ja-JP" sz="1600" b="1" dirty="0">
                <a:solidFill>
                  <a:srgbClr val="FF0000"/>
                </a:solidFill>
                <a:latin typeface="Calibri"/>
                <a:ea typeface="Calibri"/>
                <a:cs typeface="Calibri"/>
                <a:sym typeface="Calibri"/>
              </a:rPr>
              <a:t>3</a:t>
            </a:r>
            <a:r>
              <a:rPr lang="en-US" altLang="ja-JP" sz="1600" b="1">
                <a:solidFill>
                  <a:srgbClr val="FF0000"/>
                </a:solidFill>
                <a:latin typeface="Calibri"/>
                <a:ea typeface="Calibri"/>
                <a:cs typeface="Calibri"/>
                <a:sym typeface="Calibri"/>
              </a:rPr>
              <a:t>)</a:t>
            </a:r>
            <a:endParaRPr sz="1600" b="1" dirty="0">
              <a:solidFill>
                <a:srgbClr val="FF0000"/>
              </a:solidFill>
              <a:latin typeface="Calibri"/>
              <a:ea typeface="Calibri"/>
              <a:cs typeface="Calibri"/>
              <a:sym typeface="Calibri"/>
            </a:endParaRPr>
          </a:p>
        </p:txBody>
      </p:sp>
      <p:sp>
        <p:nvSpPr>
          <p:cNvPr id="73" name="Google Shape;400;g254a6bbbaed_0_0">
            <a:extLst>
              <a:ext uri="{FF2B5EF4-FFF2-40B4-BE49-F238E27FC236}">
                <a16:creationId xmlns:a16="http://schemas.microsoft.com/office/drawing/2014/main" id="{E972EB19-1F73-E8C5-44D6-108C891BB3C6}"/>
              </a:ext>
            </a:extLst>
          </p:cNvPr>
          <p:cNvSpPr/>
          <p:nvPr/>
        </p:nvSpPr>
        <p:spPr>
          <a:xfrm>
            <a:off x="5316706" y="3728909"/>
            <a:ext cx="194400" cy="194400"/>
          </a:xfrm>
          <a:prstGeom prst="flowChartConnector">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highlight>
                <a:srgbClr val="FF0000"/>
              </a:highlight>
            </a:endParaRPr>
          </a:p>
        </p:txBody>
      </p:sp>
      <p:sp>
        <p:nvSpPr>
          <p:cNvPr id="74" name="Google Shape;400;g254a6bbbaed_0_0">
            <a:extLst>
              <a:ext uri="{FF2B5EF4-FFF2-40B4-BE49-F238E27FC236}">
                <a16:creationId xmlns:a16="http://schemas.microsoft.com/office/drawing/2014/main" id="{B6B4CC28-3E0F-60D4-DFDC-32036417D60F}"/>
              </a:ext>
            </a:extLst>
          </p:cNvPr>
          <p:cNvSpPr/>
          <p:nvPr/>
        </p:nvSpPr>
        <p:spPr>
          <a:xfrm>
            <a:off x="4305222" y="2207238"/>
            <a:ext cx="194400" cy="194400"/>
          </a:xfrm>
          <a:prstGeom prst="flowChartConnector">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highlight>
                <a:srgbClr val="FF0000"/>
              </a:highlight>
            </a:endParaRPr>
          </a:p>
        </p:txBody>
      </p:sp>
      <p:sp>
        <p:nvSpPr>
          <p:cNvPr id="76" name="テキスト ボックス 75">
            <a:extLst>
              <a:ext uri="{FF2B5EF4-FFF2-40B4-BE49-F238E27FC236}">
                <a16:creationId xmlns:a16="http://schemas.microsoft.com/office/drawing/2014/main" id="{4FFDC0CE-CBBF-BA44-E3A7-D10EBC7D7A87}"/>
              </a:ext>
            </a:extLst>
          </p:cNvPr>
          <p:cNvSpPr txBox="1"/>
          <p:nvPr/>
        </p:nvSpPr>
        <p:spPr>
          <a:xfrm>
            <a:off x="5049445" y="3008517"/>
            <a:ext cx="588623" cy="400110"/>
          </a:xfrm>
          <a:prstGeom prst="rect">
            <a:avLst/>
          </a:prstGeom>
          <a:noFill/>
        </p:spPr>
        <p:txBody>
          <a:bodyPr wrap="none" rtlCol="0">
            <a:spAutoFit/>
          </a:bodyPr>
          <a:lstStyle/>
          <a:p>
            <a:r>
              <a:rPr lang="en-US" altLang="ja-JP" sz="2000" b="1" dirty="0">
                <a:solidFill>
                  <a:srgbClr val="0070C0"/>
                </a:solidFill>
              </a:rPr>
              <a:t>√5</a:t>
            </a:r>
            <a:endParaRPr lang="ja-JP" altLang="en-US" sz="2000" b="1">
              <a:solidFill>
                <a:srgbClr val="0070C0"/>
              </a:solidFill>
            </a:endParaRPr>
          </a:p>
        </p:txBody>
      </p:sp>
      <p:sp>
        <p:nvSpPr>
          <p:cNvPr id="77" name="テキスト ボックス 76">
            <a:extLst>
              <a:ext uri="{FF2B5EF4-FFF2-40B4-BE49-F238E27FC236}">
                <a16:creationId xmlns:a16="http://schemas.microsoft.com/office/drawing/2014/main" id="{388CF8F3-89D6-5867-7AA1-513B7C32E9EE}"/>
              </a:ext>
            </a:extLst>
          </p:cNvPr>
          <p:cNvSpPr txBox="1"/>
          <p:nvPr/>
        </p:nvSpPr>
        <p:spPr>
          <a:xfrm>
            <a:off x="4518546" y="2264287"/>
            <a:ext cx="588623" cy="400110"/>
          </a:xfrm>
          <a:prstGeom prst="rect">
            <a:avLst/>
          </a:prstGeom>
          <a:noFill/>
        </p:spPr>
        <p:txBody>
          <a:bodyPr wrap="none" rtlCol="0">
            <a:spAutoFit/>
          </a:bodyPr>
          <a:lstStyle/>
          <a:p>
            <a:r>
              <a:rPr lang="en-US" altLang="ja-JP" sz="2000" b="1" dirty="0">
                <a:solidFill>
                  <a:srgbClr val="0070C0"/>
                </a:solidFill>
              </a:rPr>
              <a:t>√2</a:t>
            </a:r>
            <a:endParaRPr lang="ja-JP" altLang="en-US" sz="2000" b="1">
              <a:solidFill>
                <a:srgbClr val="0070C0"/>
              </a:solidFill>
            </a:endParaRPr>
          </a:p>
        </p:txBody>
      </p:sp>
      <p:sp>
        <p:nvSpPr>
          <p:cNvPr id="79" name="正方形/長方形 78">
            <a:extLst>
              <a:ext uri="{FF2B5EF4-FFF2-40B4-BE49-F238E27FC236}">
                <a16:creationId xmlns:a16="http://schemas.microsoft.com/office/drawing/2014/main" id="{E6C34E35-0B5D-8833-1AD3-F3CAAA060396}"/>
              </a:ext>
            </a:extLst>
          </p:cNvPr>
          <p:cNvSpPr/>
          <p:nvPr/>
        </p:nvSpPr>
        <p:spPr>
          <a:xfrm>
            <a:off x="9323865" y="1182675"/>
            <a:ext cx="1339981" cy="914400"/>
          </a:xfrm>
          <a:prstGeom prst="rect">
            <a:avLst/>
          </a:prstGeom>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a:t>最短距離</a:t>
            </a:r>
            <a:endParaRPr lang="en-US" altLang="ja-JP" dirty="0"/>
          </a:p>
          <a:p>
            <a:pPr algn="ctr"/>
            <a:endParaRPr lang="ja-JP" altLang="en-US"/>
          </a:p>
        </p:txBody>
      </p:sp>
      <p:sp>
        <p:nvSpPr>
          <p:cNvPr id="80" name="テキスト ボックス 79">
            <a:extLst>
              <a:ext uri="{FF2B5EF4-FFF2-40B4-BE49-F238E27FC236}">
                <a16:creationId xmlns:a16="http://schemas.microsoft.com/office/drawing/2014/main" id="{3C30BB20-0A3E-937C-EC09-1E4728D843BC}"/>
              </a:ext>
            </a:extLst>
          </p:cNvPr>
          <p:cNvSpPr txBox="1"/>
          <p:nvPr/>
        </p:nvSpPr>
        <p:spPr>
          <a:xfrm>
            <a:off x="9492917" y="1656351"/>
            <a:ext cx="1048685" cy="400110"/>
          </a:xfrm>
          <a:prstGeom prst="rect">
            <a:avLst/>
          </a:prstGeom>
          <a:noFill/>
        </p:spPr>
        <p:txBody>
          <a:bodyPr wrap="none" rtlCol="0">
            <a:spAutoFit/>
          </a:bodyPr>
          <a:lstStyle/>
          <a:p>
            <a:r>
              <a:rPr lang="en-US" altLang="ja-JP" sz="2000" b="1" dirty="0">
                <a:solidFill>
                  <a:schemeClr val="bg1"/>
                </a:solidFill>
              </a:rPr>
              <a:t>L6: √5</a:t>
            </a:r>
            <a:endParaRPr lang="ja-JP" altLang="en-US" sz="2000" b="1">
              <a:solidFill>
                <a:schemeClr val="bg1"/>
              </a:solidFill>
            </a:endParaRPr>
          </a:p>
        </p:txBody>
      </p:sp>
      <p:sp>
        <p:nvSpPr>
          <p:cNvPr id="81" name="テキスト ボックス 80">
            <a:extLst>
              <a:ext uri="{FF2B5EF4-FFF2-40B4-BE49-F238E27FC236}">
                <a16:creationId xmlns:a16="http://schemas.microsoft.com/office/drawing/2014/main" id="{6BF38E45-83C3-9C23-59F0-7966FC1863DC}"/>
              </a:ext>
            </a:extLst>
          </p:cNvPr>
          <p:cNvSpPr txBox="1"/>
          <p:nvPr/>
        </p:nvSpPr>
        <p:spPr>
          <a:xfrm>
            <a:off x="9488812" y="1658040"/>
            <a:ext cx="1048685" cy="400110"/>
          </a:xfrm>
          <a:prstGeom prst="rect">
            <a:avLst/>
          </a:prstGeom>
          <a:noFill/>
        </p:spPr>
        <p:txBody>
          <a:bodyPr wrap="none" rtlCol="0">
            <a:spAutoFit/>
          </a:bodyPr>
          <a:lstStyle/>
          <a:p>
            <a:r>
              <a:rPr lang="en-US" altLang="ja-JP" sz="2000" b="1" dirty="0">
                <a:solidFill>
                  <a:schemeClr val="bg1"/>
                </a:solidFill>
              </a:rPr>
              <a:t>L3: √2</a:t>
            </a:r>
            <a:endParaRPr lang="ja-JP" altLang="en-US" sz="2000" b="1">
              <a:solidFill>
                <a:schemeClr val="bg1"/>
              </a:solidFill>
            </a:endParaRPr>
          </a:p>
        </p:txBody>
      </p:sp>
      <p:sp>
        <p:nvSpPr>
          <p:cNvPr id="82" name="Google Shape;400;g254a6bbbaed_0_0">
            <a:extLst>
              <a:ext uri="{FF2B5EF4-FFF2-40B4-BE49-F238E27FC236}">
                <a16:creationId xmlns:a16="http://schemas.microsoft.com/office/drawing/2014/main" id="{2341D57F-C9D0-FAA2-1530-787488E87260}"/>
              </a:ext>
            </a:extLst>
          </p:cNvPr>
          <p:cNvSpPr/>
          <p:nvPr/>
        </p:nvSpPr>
        <p:spPr>
          <a:xfrm>
            <a:off x="4769374" y="1727674"/>
            <a:ext cx="194400" cy="194400"/>
          </a:xfrm>
          <a:prstGeom prst="flowChartConnector">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highlight>
                <a:srgbClr val="FF0000"/>
              </a:highlight>
            </a:endParaRPr>
          </a:p>
        </p:txBody>
      </p:sp>
      <p:sp>
        <p:nvSpPr>
          <p:cNvPr id="83" name="テキスト ボックス 82">
            <a:extLst>
              <a:ext uri="{FF2B5EF4-FFF2-40B4-BE49-F238E27FC236}">
                <a16:creationId xmlns:a16="http://schemas.microsoft.com/office/drawing/2014/main" id="{D6B3874F-4C9C-858C-2AAE-F467E1E7BB2A}"/>
              </a:ext>
            </a:extLst>
          </p:cNvPr>
          <p:cNvSpPr txBox="1"/>
          <p:nvPr/>
        </p:nvSpPr>
        <p:spPr>
          <a:xfrm>
            <a:off x="4934812" y="2088674"/>
            <a:ext cx="332142" cy="400110"/>
          </a:xfrm>
          <a:prstGeom prst="rect">
            <a:avLst/>
          </a:prstGeom>
          <a:noFill/>
        </p:spPr>
        <p:txBody>
          <a:bodyPr wrap="none" rtlCol="0">
            <a:spAutoFit/>
          </a:bodyPr>
          <a:lstStyle/>
          <a:p>
            <a:r>
              <a:rPr lang="en-US" altLang="ja-JP" sz="2000" b="1" dirty="0">
                <a:solidFill>
                  <a:srgbClr val="0070C0"/>
                </a:solidFill>
              </a:rPr>
              <a:t>2</a:t>
            </a:r>
            <a:endParaRPr lang="ja-JP" altLang="en-US" sz="2000" b="1">
              <a:solidFill>
                <a:srgbClr val="0070C0"/>
              </a:solidFill>
            </a:endParaRPr>
          </a:p>
        </p:txBody>
      </p:sp>
      <p:sp>
        <p:nvSpPr>
          <p:cNvPr id="87" name="ドーナツ 86">
            <a:extLst>
              <a:ext uri="{FF2B5EF4-FFF2-40B4-BE49-F238E27FC236}">
                <a16:creationId xmlns:a16="http://schemas.microsoft.com/office/drawing/2014/main" id="{AE34ADDE-637A-EA58-2E0E-EDA7A2F8C756}"/>
              </a:ext>
            </a:extLst>
          </p:cNvPr>
          <p:cNvSpPr/>
          <p:nvPr/>
        </p:nvSpPr>
        <p:spPr>
          <a:xfrm>
            <a:off x="3487204" y="1268720"/>
            <a:ext cx="2702300" cy="2702300"/>
          </a:xfrm>
          <a:prstGeom prst="donut">
            <a:avLst>
              <a:gd name="adj" fmla="val 2091"/>
            </a:avLst>
          </a:prstGeom>
          <a:solidFill>
            <a:srgbClr val="FFFF0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a:solidFill>
                <a:schemeClr val="tx1"/>
              </a:solidFill>
            </a:endParaRPr>
          </a:p>
        </p:txBody>
      </p:sp>
      <p:sp>
        <p:nvSpPr>
          <p:cNvPr id="88" name="ドーナツ 87">
            <a:extLst>
              <a:ext uri="{FF2B5EF4-FFF2-40B4-BE49-F238E27FC236}">
                <a16:creationId xmlns:a16="http://schemas.microsoft.com/office/drawing/2014/main" id="{570B9C1A-AA83-6796-9D55-A6115ECF6A34}"/>
              </a:ext>
            </a:extLst>
          </p:cNvPr>
          <p:cNvSpPr/>
          <p:nvPr/>
        </p:nvSpPr>
        <p:spPr>
          <a:xfrm>
            <a:off x="4202488" y="2096857"/>
            <a:ext cx="1311616" cy="1311616"/>
          </a:xfrm>
          <a:prstGeom prst="donut">
            <a:avLst>
              <a:gd name="adj" fmla="val 2091"/>
            </a:avLst>
          </a:prstGeom>
          <a:solidFill>
            <a:srgbClr val="FFFF0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a:solidFill>
                <a:schemeClr val="tx1"/>
              </a:solidFill>
            </a:endParaRPr>
          </a:p>
        </p:txBody>
      </p:sp>
      <p:sp>
        <p:nvSpPr>
          <p:cNvPr id="10" name="Google Shape;400;g254a6bbbaed_0_0">
            <a:extLst>
              <a:ext uri="{FF2B5EF4-FFF2-40B4-BE49-F238E27FC236}">
                <a16:creationId xmlns:a16="http://schemas.microsoft.com/office/drawing/2014/main" id="{3A89518B-5E1E-1AFE-926D-8EE5B6C6B748}"/>
              </a:ext>
            </a:extLst>
          </p:cNvPr>
          <p:cNvSpPr/>
          <p:nvPr/>
        </p:nvSpPr>
        <p:spPr>
          <a:xfrm>
            <a:off x="3783633" y="3721409"/>
            <a:ext cx="194400" cy="194400"/>
          </a:xfrm>
          <a:prstGeom prst="flowChartConnector">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highlight>
                <a:srgbClr val="FF0000"/>
              </a:highlight>
            </a:endParaRPr>
          </a:p>
        </p:txBody>
      </p:sp>
      <p:sp>
        <p:nvSpPr>
          <p:cNvPr id="78" name="テキスト ボックス 77">
            <a:extLst>
              <a:ext uri="{FF2B5EF4-FFF2-40B4-BE49-F238E27FC236}">
                <a16:creationId xmlns:a16="http://schemas.microsoft.com/office/drawing/2014/main" id="{A9D4D7B2-3CCD-21BF-7D26-0F7EDE2592E1}"/>
              </a:ext>
            </a:extLst>
          </p:cNvPr>
          <p:cNvSpPr txBox="1"/>
          <p:nvPr/>
        </p:nvSpPr>
        <p:spPr>
          <a:xfrm>
            <a:off x="4365961" y="3314415"/>
            <a:ext cx="736099" cy="400110"/>
          </a:xfrm>
          <a:prstGeom prst="rect">
            <a:avLst/>
          </a:prstGeom>
          <a:noFill/>
        </p:spPr>
        <p:txBody>
          <a:bodyPr wrap="none" rtlCol="0">
            <a:spAutoFit/>
          </a:bodyPr>
          <a:lstStyle/>
          <a:p>
            <a:r>
              <a:rPr lang="en-US" altLang="ja-JP" sz="2000" b="1" dirty="0">
                <a:solidFill>
                  <a:srgbClr val="0070C0"/>
                </a:solidFill>
              </a:rPr>
              <a:t>2√2</a:t>
            </a:r>
            <a:endParaRPr lang="ja-JP" altLang="en-US" sz="2000" b="1">
              <a:solidFill>
                <a:srgbClr val="0070C0"/>
              </a:solidFill>
            </a:endParaRPr>
          </a:p>
        </p:txBody>
      </p:sp>
    </p:spTree>
    <p:extLst>
      <p:ext uri="{BB962C8B-B14F-4D97-AF65-F5344CB8AC3E}">
        <p14:creationId xmlns:p14="http://schemas.microsoft.com/office/powerpoint/2010/main" val="2433425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dissolve">
                                      <p:cBhvr>
                                        <p:cTn id="7" dur="500"/>
                                        <p:tgtEl>
                                          <p:spTgt spid="18"/>
                                        </p:tgtEl>
                                      </p:cBhvr>
                                    </p:animEffect>
                                  </p:childTnLst>
                                </p:cTn>
                              </p:par>
                              <p:par>
                                <p:cTn id="8" presetID="9" presetClass="entr" presetSubtype="0" fill="hold" grpId="0" nodeType="withEffect">
                                  <p:stCondLst>
                                    <p:cond delay="0"/>
                                  </p:stCondLst>
                                  <p:childTnLst>
                                    <p:set>
                                      <p:cBhvr>
                                        <p:cTn id="9" dur="1" fill="hold">
                                          <p:stCondLst>
                                            <p:cond delay="0"/>
                                          </p:stCondLst>
                                        </p:cTn>
                                        <p:tgtEl>
                                          <p:spTgt spid="76"/>
                                        </p:tgtEl>
                                        <p:attrNameLst>
                                          <p:attrName>style.visibility</p:attrName>
                                        </p:attrNameLst>
                                      </p:cBhvr>
                                      <p:to>
                                        <p:strVal val="visible"/>
                                      </p:to>
                                    </p:set>
                                    <p:animEffect transition="in" filter="dissolve">
                                      <p:cBhvr>
                                        <p:cTn id="10" dur="500"/>
                                        <p:tgtEl>
                                          <p:spTgt spid="76"/>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80"/>
                                        </p:tgtEl>
                                        <p:attrNameLst>
                                          <p:attrName>style.visibility</p:attrName>
                                        </p:attrNameLst>
                                      </p:cBhvr>
                                      <p:to>
                                        <p:strVal val="visible"/>
                                      </p:to>
                                    </p:set>
                                    <p:animEffect transition="in" filter="dissolve">
                                      <p:cBhvr>
                                        <p:cTn id="13" dur="500"/>
                                        <p:tgtEl>
                                          <p:spTgt spid="80"/>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79"/>
                                        </p:tgtEl>
                                        <p:attrNameLst>
                                          <p:attrName>style.visibility</p:attrName>
                                        </p:attrNameLst>
                                      </p:cBhvr>
                                      <p:to>
                                        <p:strVal val="visible"/>
                                      </p:to>
                                    </p:set>
                                    <p:animEffect transition="in" filter="dissolve">
                                      <p:cBhvr>
                                        <p:cTn id="16" dur="500"/>
                                        <p:tgtEl>
                                          <p:spTgt spid="79"/>
                                        </p:tgtEl>
                                      </p:cBhvr>
                                    </p:animEffect>
                                  </p:childTnLst>
                                </p:cTn>
                              </p:par>
                            </p:childTnLst>
                          </p:cTn>
                        </p:par>
                      </p:childTnLst>
                    </p:cTn>
                  </p:par>
                  <p:par>
                    <p:cTn id="17" fill="hold">
                      <p:stCondLst>
                        <p:cond delay="indefinite"/>
                      </p:stCondLst>
                      <p:childTnLst>
                        <p:par>
                          <p:cTn id="18" fill="hold">
                            <p:stCondLst>
                              <p:cond delay="0"/>
                            </p:stCondLst>
                            <p:childTnLst>
                              <p:par>
                                <p:cTn id="19" presetID="5" presetClass="entr" presetSubtype="10" fill="hold" grpId="0" nodeType="clickEffect">
                                  <p:stCondLst>
                                    <p:cond delay="0"/>
                                  </p:stCondLst>
                                  <p:childTnLst>
                                    <p:set>
                                      <p:cBhvr>
                                        <p:cTn id="20" dur="1" fill="hold">
                                          <p:stCondLst>
                                            <p:cond delay="0"/>
                                          </p:stCondLst>
                                        </p:cTn>
                                        <p:tgtEl>
                                          <p:spTgt spid="87"/>
                                        </p:tgtEl>
                                        <p:attrNameLst>
                                          <p:attrName>style.visibility</p:attrName>
                                        </p:attrNameLst>
                                      </p:cBhvr>
                                      <p:to>
                                        <p:strVal val="visible"/>
                                      </p:to>
                                    </p:set>
                                    <p:animEffect transition="in" filter="checkerboard(across)">
                                      <p:cBhvr>
                                        <p:cTn id="21" dur="500"/>
                                        <p:tgtEl>
                                          <p:spTgt spid="87"/>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xit" presetSubtype="0" fill="hold" grpId="0" nodeType="clickEffect">
                                  <p:stCondLst>
                                    <p:cond delay="0"/>
                                  </p:stCondLst>
                                  <p:childTnLst>
                                    <p:set>
                                      <p:cBhvr>
                                        <p:cTn id="25" dur="1" fill="hold">
                                          <p:stCondLst>
                                            <p:cond delay="0"/>
                                          </p:stCondLst>
                                        </p:cTn>
                                        <p:tgtEl>
                                          <p:spTgt spid="73"/>
                                        </p:tgtEl>
                                        <p:attrNameLst>
                                          <p:attrName>style.visibility</p:attrName>
                                        </p:attrNameLst>
                                      </p:cBhvr>
                                      <p:to>
                                        <p:strVal val="hidden"/>
                                      </p:to>
                                    </p:set>
                                  </p:childTnLst>
                                </p:cTn>
                              </p:par>
                              <p:par>
                                <p:cTn id="26" presetID="1" presetClass="exit" presetSubtype="0" fill="hold" nodeType="withEffect">
                                  <p:stCondLst>
                                    <p:cond delay="0"/>
                                  </p:stCondLst>
                                  <p:childTnLst>
                                    <p:set>
                                      <p:cBhvr>
                                        <p:cTn id="27" dur="1" fill="hold">
                                          <p:stCondLst>
                                            <p:cond delay="0"/>
                                          </p:stCondLst>
                                        </p:cTn>
                                        <p:tgtEl>
                                          <p:spTgt spid="18"/>
                                        </p:tgtEl>
                                        <p:attrNameLst>
                                          <p:attrName>style.visibility</p:attrName>
                                        </p:attrNameLst>
                                      </p:cBhvr>
                                      <p:to>
                                        <p:strVal val="hidden"/>
                                      </p:to>
                                    </p:set>
                                  </p:childTnLst>
                                </p:cTn>
                              </p:par>
                              <p:par>
                                <p:cTn id="28" presetID="1" presetClass="exit" presetSubtype="0" fill="hold" grpId="1" nodeType="withEffect">
                                  <p:stCondLst>
                                    <p:cond delay="0"/>
                                  </p:stCondLst>
                                  <p:childTnLst>
                                    <p:set>
                                      <p:cBhvr>
                                        <p:cTn id="29" dur="1" fill="hold">
                                          <p:stCondLst>
                                            <p:cond delay="0"/>
                                          </p:stCondLst>
                                        </p:cTn>
                                        <p:tgtEl>
                                          <p:spTgt spid="76"/>
                                        </p:tgtEl>
                                        <p:attrNameLst>
                                          <p:attrName>style.visibility</p:attrName>
                                        </p:attrNameLst>
                                      </p:cBhvr>
                                      <p:to>
                                        <p:strVal val="hidden"/>
                                      </p:to>
                                    </p:set>
                                  </p:childTnLst>
                                </p:cTn>
                              </p:par>
                              <p:par>
                                <p:cTn id="30" presetID="1" presetClass="emph" presetSubtype="2" fill="hold" nodeType="withEffect">
                                  <p:stCondLst>
                                    <p:cond delay="0"/>
                                  </p:stCondLst>
                                  <p:childTnLst>
                                    <p:animClr clrSpc="rgb" dir="cw">
                                      <p:cBhvr>
                                        <p:cTn id="31" dur="10" fill="hold"/>
                                        <p:tgtEl>
                                          <p:spTgt spid="48"/>
                                        </p:tgtEl>
                                        <p:attrNameLst>
                                          <p:attrName>fillcolor</p:attrName>
                                        </p:attrNameLst>
                                      </p:cBhvr>
                                      <p:to>
                                        <a:schemeClr val="bg1"/>
                                      </p:to>
                                    </p:animClr>
                                    <p:set>
                                      <p:cBhvr>
                                        <p:cTn id="32" dur="10" fill="hold"/>
                                        <p:tgtEl>
                                          <p:spTgt spid="48"/>
                                        </p:tgtEl>
                                        <p:attrNameLst>
                                          <p:attrName>fill.type</p:attrName>
                                        </p:attrNameLst>
                                      </p:cBhvr>
                                      <p:to>
                                        <p:strVal val="solid"/>
                                      </p:to>
                                    </p:set>
                                    <p:set>
                                      <p:cBhvr>
                                        <p:cTn id="33" dur="10" fill="hold"/>
                                        <p:tgtEl>
                                          <p:spTgt spid="48"/>
                                        </p:tgtEl>
                                        <p:attrNameLst>
                                          <p:attrName>fill.on</p:attrName>
                                        </p:attrNameLst>
                                      </p:cBhvr>
                                      <p:to>
                                        <p:strVal val="true"/>
                                      </p:to>
                                    </p:set>
                                  </p:childTnLst>
                                </p:cTn>
                              </p:par>
                            </p:childTnLst>
                          </p:cTn>
                        </p:par>
                      </p:childTnLst>
                    </p:cTn>
                  </p:par>
                  <p:par>
                    <p:cTn id="34" fill="hold">
                      <p:stCondLst>
                        <p:cond delay="indefinite"/>
                      </p:stCondLst>
                      <p:childTnLst>
                        <p:par>
                          <p:cTn id="35" fill="hold">
                            <p:stCondLst>
                              <p:cond delay="0"/>
                            </p:stCondLst>
                            <p:childTnLst>
                              <p:par>
                                <p:cTn id="36" presetID="1" presetClass="emph" presetSubtype="2" fill="hold" nodeType="clickEffect">
                                  <p:stCondLst>
                                    <p:cond delay="0"/>
                                  </p:stCondLst>
                                  <p:childTnLst>
                                    <p:animClr clrSpc="rgb" dir="cw">
                                      <p:cBhvr>
                                        <p:cTn id="37" dur="10" fill="hold"/>
                                        <p:tgtEl>
                                          <p:spTgt spid="51"/>
                                        </p:tgtEl>
                                        <p:attrNameLst>
                                          <p:attrName>fillcolor</p:attrName>
                                        </p:attrNameLst>
                                      </p:cBhvr>
                                      <p:to>
                                        <a:srgbClr val="FFFC00"/>
                                      </p:to>
                                    </p:animClr>
                                    <p:set>
                                      <p:cBhvr>
                                        <p:cTn id="38" dur="10" fill="hold"/>
                                        <p:tgtEl>
                                          <p:spTgt spid="51"/>
                                        </p:tgtEl>
                                        <p:attrNameLst>
                                          <p:attrName>fill.type</p:attrName>
                                        </p:attrNameLst>
                                      </p:cBhvr>
                                      <p:to>
                                        <p:strVal val="solid"/>
                                      </p:to>
                                    </p:set>
                                    <p:set>
                                      <p:cBhvr>
                                        <p:cTn id="39" dur="10" fill="hold"/>
                                        <p:tgtEl>
                                          <p:spTgt spid="51"/>
                                        </p:tgtEl>
                                        <p:attrNameLst>
                                          <p:attrName>fill.on</p:attrName>
                                        </p:attrNameLst>
                                      </p:cBhvr>
                                      <p:to>
                                        <p:strVal val="true"/>
                                      </p:to>
                                    </p:set>
                                  </p:childTnLst>
                                </p:cTn>
                              </p:par>
                              <p:par>
                                <p:cTn id="40" presetID="9" presetClass="entr" presetSubtype="0" fill="hold" grpId="0" nodeType="withEffect">
                                  <p:stCondLst>
                                    <p:cond delay="0"/>
                                  </p:stCondLst>
                                  <p:childTnLst>
                                    <p:set>
                                      <p:cBhvr>
                                        <p:cTn id="41" dur="1" fill="hold">
                                          <p:stCondLst>
                                            <p:cond delay="0"/>
                                          </p:stCondLst>
                                        </p:cTn>
                                        <p:tgtEl>
                                          <p:spTgt spid="74"/>
                                        </p:tgtEl>
                                        <p:attrNameLst>
                                          <p:attrName>style.visibility</p:attrName>
                                        </p:attrNameLst>
                                      </p:cBhvr>
                                      <p:to>
                                        <p:strVal val="visible"/>
                                      </p:to>
                                    </p:set>
                                    <p:animEffect transition="in" filter="dissolve">
                                      <p:cBhvr>
                                        <p:cTn id="42" dur="500"/>
                                        <p:tgtEl>
                                          <p:spTgt spid="74"/>
                                        </p:tgtEl>
                                      </p:cBhvr>
                                    </p:animEffect>
                                  </p:childTnLst>
                                </p:cTn>
                              </p:par>
                              <p:par>
                                <p:cTn id="43" presetID="9" presetClass="entr" presetSubtype="0" fill="hold" nodeType="withEffect">
                                  <p:stCondLst>
                                    <p:cond delay="0"/>
                                  </p:stCondLst>
                                  <p:childTnLst>
                                    <p:set>
                                      <p:cBhvr>
                                        <p:cTn id="44" dur="1" fill="hold">
                                          <p:stCondLst>
                                            <p:cond delay="0"/>
                                          </p:stCondLst>
                                        </p:cTn>
                                        <p:tgtEl>
                                          <p:spTgt spid="14"/>
                                        </p:tgtEl>
                                        <p:attrNameLst>
                                          <p:attrName>style.visibility</p:attrName>
                                        </p:attrNameLst>
                                      </p:cBhvr>
                                      <p:to>
                                        <p:strVal val="visible"/>
                                      </p:to>
                                    </p:set>
                                    <p:animEffect transition="in" filter="dissolve">
                                      <p:cBhvr>
                                        <p:cTn id="45" dur="500"/>
                                        <p:tgtEl>
                                          <p:spTgt spid="14"/>
                                        </p:tgtEl>
                                      </p:cBhvr>
                                    </p:animEffect>
                                  </p:childTnLst>
                                </p:cTn>
                              </p:par>
                              <p:par>
                                <p:cTn id="46" presetID="9" presetClass="entr" presetSubtype="0" fill="hold" grpId="0" nodeType="withEffect">
                                  <p:stCondLst>
                                    <p:cond delay="0"/>
                                  </p:stCondLst>
                                  <p:childTnLst>
                                    <p:set>
                                      <p:cBhvr>
                                        <p:cTn id="47" dur="1" fill="hold">
                                          <p:stCondLst>
                                            <p:cond delay="0"/>
                                          </p:stCondLst>
                                        </p:cTn>
                                        <p:tgtEl>
                                          <p:spTgt spid="77"/>
                                        </p:tgtEl>
                                        <p:attrNameLst>
                                          <p:attrName>style.visibility</p:attrName>
                                        </p:attrNameLst>
                                      </p:cBhvr>
                                      <p:to>
                                        <p:strVal val="visible"/>
                                      </p:to>
                                    </p:set>
                                    <p:animEffect transition="in" filter="dissolve">
                                      <p:cBhvr>
                                        <p:cTn id="48" dur="500"/>
                                        <p:tgtEl>
                                          <p:spTgt spid="77"/>
                                        </p:tgtEl>
                                      </p:cBhvr>
                                    </p:animEffect>
                                  </p:childTnLst>
                                </p:cTn>
                              </p:par>
                            </p:childTnLst>
                          </p:cTn>
                        </p:par>
                      </p:childTnLst>
                    </p:cTn>
                  </p:par>
                  <p:par>
                    <p:cTn id="49" fill="hold">
                      <p:stCondLst>
                        <p:cond delay="indefinite"/>
                      </p:stCondLst>
                      <p:childTnLst>
                        <p:par>
                          <p:cTn id="50" fill="hold">
                            <p:stCondLst>
                              <p:cond delay="0"/>
                            </p:stCondLst>
                            <p:childTnLst>
                              <p:par>
                                <p:cTn id="51" presetID="1" presetClass="exit" presetSubtype="0" fill="hold" grpId="1" nodeType="clickEffect">
                                  <p:stCondLst>
                                    <p:cond delay="0"/>
                                  </p:stCondLst>
                                  <p:childTnLst>
                                    <p:set>
                                      <p:cBhvr>
                                        <p:cTn id="52" dur="1" fill="hold">
                                          <p:stCondLst>
                                            <p:cond delay="0"/>
                                          </p:stCondLst>
                                        </p:cTn>
                                        <p:tgtEl>
                                          <p:spTgt spid="80"/>
                                        </p:tgtEl>
                                        <p:attrNameLst>
                                          <p:attrName>style.visibility</p:attrName>
                                        </p:attrNameLst>
                                      </p:cBhvr>
                                      <p:to>
                                        <p:strVal val="hidden"/>
                                      </p:to>
                                    </p:set>
                                  </p:childTnLst>
                                </p:cTn>
                              </p:par>
                              <p:par>
                                <p:cTn id="53" presetID="9" presetClass="entr" presetSubtype="0" fill="hold" grpId="0" nodeType="withEffect">
                                  <p:stCondLst>
                                    <p:cond delay="0"/>
                                  </p:stCondLst>
                                  <p:childTnLst>
                                    <p:set>
                                      <p:cBhvr>
                                        <p:cTn id="54" dur="1" fill="hold">
                                          <p:stCondLst>
                                            <p:cond delay="0"/>
                                          </p:stCondLst>
                                        </p:cTn>
                                        <p:tgtEl>
                                          <p:spTgt spid="81"/>
                                        </p:tgtEl>
                                        <p:attrNameLst>
                                          <p:attrName>style.visibility</p:attrName>
                                        </p:attrNameLst>
                                      </p:cBhvr>
                                      <p:to>
                                        <p:strVal val="visible"/>
                                      </p:to>
                                    </p:set>
                                    <p:animEffect transition="in" filter="dissolve">
                                      <p:cBhvr>
                                        <p:cTn id="55" dur="10"/>
                                        <p:tgtEl>
                                          <p:spTgt spid="81"/>
                                        </p:tgtEl>
                                      </p:cBhvr>
                                    </p:animEffect>
                                  </p:childTnLst>
                                </p:cTn>
                              </p:par>
                              <p:par>
                                <p:cTn id="56" presetID="1" presetClass="exit" presetSubtype="0" fill="hold" grpId="1" nodeType="withEffect">
                                  <p:stCondLst>
                                    <p:cond delay="0"/>
                                  </p:stCondLst>
                                  <p:childTnLst>
                                    <p:set>
                                      <p:cBhvr>
                                        <p:cTn id="57" dur="1" fill="hold">
                                          <p:stCondLst>
                                            <p:cond delay="0"/>
                                          </p:stCondLst>
                                        </p:cTn>
                                        <p:tgtEl>
                                          <p:spTgt spid="87"/>
                                        </p:tgtEl>
                                        <p:attrNameLst>
                                          <p:attrName>style.visibility</p:attrName>
                                        </p:attrNameLst>
                                      </p:cBhvr>
                                      <p:to>
                                        <p:strVal val="hidden"/>
                                      </p:to>
                                    </p:set>
                                  </p:childTnLst>
                                </p:cTn>
                              </p:par>
                              <p:par>
                                <p:cTn id="58" presetID="9" presetClass="entr" presetSubtype="0" fill="hold" grpId="0" nodeType="withEffect">
                                  <p:stCondLst>
                                    <p:cond delay="0"/>
                                  </p:stCondLst>
                                  <p:childTnLst>
                                    <p:set>
                                      <p:cBhvr>
                                        <p:cTn id="59" dur="1" fill="hold">
                                          <p:stCondLst>
                                            <p:cond delay="0"/>
                                          </p:stCondLst>
                                        </p:cTn>
                                        <p:tgtEl>
                                          <p:spTgt spid="88"/>
                                        </p:tgtEl>
                                        <p:attrNameLst>
                                          <p:attrName>style.visibility</p:attrName>
                                        </p:attrNameLst>
                                      </p:cBhvr>
                                      <p:to>
                                        <p:strVal val="visible"/>
                                      </p:to>
                                    </p:set>
                                    <p:animEffect transition="in" filter="dissolve">
                                      <p:cBhvr>
                                        <p:cTn id="60" dur="500"/>
                                        <p:tgtEl>
                                          <p:spTgt spid="88"/>
                                        </p:tgtEl>
                                      </p:cBhvr>
                                    </p:animEffect>
                                  </p:childTnLst>
                                </p:cTn>
                              </p:par>
                            </p:childTnLst>
                          </p:cTn>
                        </p:par>
                      </p:childTnLst>
                    </p:cTn>
                  </p:par>
                  <p:par>
                    <p:cTn id="61" fill="hold">
                      <p:stCondLst>
                        <p:cond delay="indefinite"/>
                      </p:stCondLst>
                      <p:childTnLst>
                        <p:par>
                          <p:cTn id="62" fill="hold">
                            <p:stCondLst>
                              <p:cond delay="0"/>
                            </p:stCondLst>
                            <p:childTnLst>
                              <p:par>
                                <p:cTn id="63" presetID="1" presetClass="exit" presetSubtype="0" fill="hold" grpId="1" nodeType="clickEffect">
                                  <p:stCondLst>
                                    <p:cond delay="0"/>
                                  </p:stCondLst>
                                  <p:childTnLst>
                                    <p:set>
                                      <p:cBhvr>
                                        <p:cTn id="64" dur="1" fill="hold">
                                          <p:stCondLst>
                                            <p:cond delay="0"/>
                                          </p:stCondLst>
                                        </p:cTn>
                                        <p:tgtEl>
                                          <p:spTgt spid="74"/>
                                        </p:tgtEl>
                                        <p:attrNameLst>
                                          <p:attrName>style.visibility</p:attrName>
                                        </p:attrNameLst>
                                      </p:cBhvr>
                                      <p:to>
                                        <p:strVal val="hidden"/>
                                      </p:to>
                                    </p:set>
                                  </p:childTnLst>
                                </p:cTn>
                              </p:par>
                              <p:par>
                                <p:cTn id="65" presetID="1" presetClass="exit" presetSubtype="0" fill="hold" nodeType="withEffect">
                                  <p:stCondLst>
                                    <p:cond delay="0"/>
                                  </p:stCondLst>
                                  <p:childTnLst>
                                    <p:set>
                                      <p:cBhvr>
                                        <p:cTn id="66" dur="1" fill="hold">
                                          <p:stCondLst>
                                            <p:cond delay="0"/>
                                          </p:stCondLst>
                                        </p:cTn>
                                        <p:tgtEl>
                                          <p:spTgt spid="14"/>
                                        </p:tgtEl>
                                        <p:attrNameLst>
                                          <p:attrName>style.visibility</p:attrName>
                                        </p:attrNameLst>
                                      </p:cBhvr>
                                      <p:to>
                                        <p:strVal val="hidden"/>
                                      </p:to>
                                    </p:set>
                                  </p:childTnLst>
                                </p:cTn>
                              </p:par>
                              <p:par>
                                <p:cTn id="67" presetID="1" presetClass="exit" presetSubtype="0" fill="hold" grpId="1" nodeType="withEffect">
                                  <p:stCondLst>
                                    <p:cond delay="0"/>
                                  </p:stCondLst>
                                  <p:childTnLst>
                                    <p:set>
                                      <p:cBhvr>
                                        <p:cTn id="68" dur="1" fill="hold">
                                          <p:stCondLst>
                                            <p:cond delay="0"/>
                                          </p:stCondLst>
                                        </p:cTn>
                                        <p:tgtEl>
                                          <p:spTgt spid="77"/>
                                        </p:tgtEl>
                                        <p:attrNameLst>
                                          <p:attrName>style.visibility</p:attrName>
                                        </p:attrNameLst>
                                      </p:cBhvr>
                                      <p:to>
                                        <p:strVal val="hidden"/>
                                      </p:to>
                                    </p:set>
                                  </p:childTnLst>
                                </p:cTn>
                              </p:par>
                              <p:par>
                                <p:cTn id="69" presetID="1" presetClass="emph" presetSubtype="2" fill="hold" nodeType="withEffect">
                                  <p:stCondLst>
                                    <p:cond delay="0"/>
                                  </p:stCondLst>
                                  <p:childTnLst>
                                    <p:animClr clrSpc="rgb" dir="cw">
                                      <p:cBhvr>
                                        <p:cTn id="70" dur="10" fill="hold"/>
                                        <p:tgtEl>
                                          <p:spTgt spid="51"/>
                                        </p:tgtEl>
                                        <p:attrNameLst>
                                          <p:attrName>fillcolor</p:attrName>
                                        </p:attrNameLst>
                                      </p:cBhvr>
                                      <p:to>
                                        <a:schemeClr val="bg1"/>
                                      </p:to>
                                    </p:animClr>
                                    <p:set>
                                      <p:cBhvr>
                                        <p:cTn id="71" dur="10" fill="hold"/>
                                        <p:tgtEl>
                                          <p:spTgt spid="51"/>
                                        </p:tgtEl>
                                        <p:attrNameLst>
                                          <p:attrName>fill.type</p:attrName>
                                        </p:attrNameLst>
                                      </p:cBhvr>
                                      <p:to>
                                        <p:strVal val="solid"/>
                                      </p:to>
                                    </p:set>
                                    <p:set>
                                      <p:cBhvr>
                                        <p:cTn id="72" dur="10" fill="hold"/>
                                        <p:tgtEl>
                                          <p:spTgt spid="51"/>
                                        </p:tgtEl>
                                        <p:attrNameLst>
                                          <p:attrName>fill.on</p:attrName>
                                        </p:attrNameLst>
                                      </p:cBhvr>
                                      <p:to>
                                        <p:strVal val="true"/>
                                      </p:to>
                                    </p:set>
                                  </p:childTnLst>
                                </p:cTn>
                              </p:par>
                            </p:childTnLst>
                          </p:cTn>
                        </p:par>
                      </p:childTnLst>
                    </p:cTn>
                  </p:par>
                  <p:par>
                    <p:cTn id="73" fill="hold">
                      <p:stCondLst>
                        <p:cond delay="indefinite"/>
                      </p:stCondLst>
                      <p:childTnLst>
                        <p:par>
                          <p:cTn id="74" fill="hold">
                            <p:stCondLst>
                              <p:cond delay="0"/>
                            </p:stCondLst>
                            <p:childTnLst>
                              <p:par>
                                <p:cTn id="75" presetID="1" presetClass="emph" presetSubtype="2" fill="hold" nodeType="clickEffect">
                                  <p:stCondLst>
                                    <p:cond delay="0"/>
                                  </p:stCondLst>
                                  <p:childTnLst>
                                    <p:animClr clrSpc="rgb" dir="cw">
                                      <p:cBhvr>
                                        <p:cTn id="76" dur="10" fill="hold"/>
                                        <p:tgtEl>
                                          <p:spTgt spid="49"/>
                                        </p:tgtEl>
                                        <p:attrNameLst>
                                          <p:attrName>fillcolor</p:attrName>
                                        </p:attrNameLst>
                                      </p:cBhvr>
                                      <p:to>
                                        <a:srgbClr val="FFFC00"/>
                                      </p:to>
                                    </p:animClr>
                                    <p:set>
                                      <p:cBhvr>
                                        <p:cTn id="77" dur="10" fill="hold"/>
                                        <p:tgtEl>
                                          <p:spTgt spid="49"/>
                                        </p:tgtEl>
                                        <p:attrNameLst>
                                          <p:attrName>fill.type</p:attrName>
                                        </p:attrNameLst>
                                      </p:cBhvr>
                                      <p:to>
                                        <p:strVal val="solid"/>
                                      </p:to>
                                    </p:set>
                                    <p:set>
                                      <p:cBhvr>
                                        <p:cTn id="78" dur="10" fill="hold"/>
                                        <p:tgtEl>
                                          <p:spTgt spid="49"/>
                                        </p:tgtEl>
                                        <p:attrNameLst>
                                          <p:attrName>fill.on</p:attrName>
                                        </p:attrNameLst>
                                      </p:cBhvr>
                                      <p:to>
                                        <p:strVal val="true"/>
                                      </p:to>
                                    </p:set>
                                  </p:childTnLst>
                                </p:cTn>
                              </p:par>
                              <p:par>
                                <p:cTn id="79" presetID="9" presetClass="entr" presetSubtype="0" fill="hold" grpId="0" nodeType="withEffect">
                                  <p:stCondLst>
                                    <p:cond delay="0"/>
                                  </p:stCondLst>
                                  <p:childTnLst>
                                    <p:set>
                                      <p:cBhvr>
                                        <p:cTn id="80" dur="1" fill="hold">
                                          <p:stCondLst>
                                            <p:cond delay="0"/>
                                          </p:stCondLst>
                                        </p:cTn>
                                        <p:tgtEl>
                                          <p:spTgt spid="83"/>
                                        </p:tgtEl>
                                        <p:attrNameLst>
                                          <p:attrName>style.visibility</p:attrName>
                                        </p:attrNameLst>
                                      </p:cBhvr>
                                      <p:to>
                                        <p:strVal val="visible"/>
                                      </p:to>
                                    </p:set>
                                    <p:animEffect transition="in" filter="dissolve">
                                      <p:cBhvr>
                                        <p:cTn id="81" dur="500"/>
                                        <p:tgtEl>
                                          <p:spTgt spid="83"/>
                                        </p:tgtEl>
                                      </p:cBhvr>
                                    </p:animEffect>
                                  </p:childTnLst>
                                </p:cTn>
                              </p:par>
                              <p:par>
                                <p:cTn id="82" presetID="9" presetClass="entr" presetSubtype="0" fill="hold" nodeType="withEffect">
                                  <p:stCondLst>
                                    <p:cond delay="0"/>
                                  </p:stCondLst>
                                  <p:childTnLst>
                                    <p:set>
                                      <p:cBhvr>
                                        <p:cTn id="83" dur="1" fill="hold">
                                          <p:stCondLst>
                                            <p:cond delay="0"/>
                                          </p:stCondLst>
                                        </p:cTn>
                                        <p:tgtEl>
                                          <p:spTgt spid="6"/>
                                        </p:tgtEl>
                                        <p:attrNameLst>
                                          <p:attrName>style.visibility</p:attrName>
                                        </p:attrNameLst>
                                      </p:cBhvr>
                                      <p:to>
                                        <p:strVal val="visible"/>
                                      </p:to>
                                    </p:set>
                                    <p:animEffect transition="in" filter="dissolve">
                                      <p:cBhvr>
                                        <p:cTn id="84" dur="500"/>
                                        <p:tgtEl>
                                          <p:spTgt spid="6"/>
                                        </p:tgtEl>
                                      </p:cBhvr>
                                    </p:animEffect>
                                  </p:childTnLst>
                                </p:cTn>
                              </p:par>
                              <p:par>
                                <p:cTn id="85" presetID="9" presetClass="entr" presetSubtype="0" fill="hold" grpId="0" nodeType="withEffect">
                                  <p:stCondLst>
                                    <p:cond delay="0"/>
                                  </p:stCondLst>
                                  <p:childTnLst>
                                    <p:set>
                                      <p:cBhvr>
                                        <p:cTn id="86" dur="1" fill="hold">
                                          <p:stCondLst>
                                            <p:cond delay="0"/>
                                          </p:stCondLst>
                                        </p:cTn>
                                        <p:tgtEl>
                                          <p:spTgt spid="82"/>
                                        </p:tgtEl>
                                        <p:attrNameLst>
                                          <p:attrName>style.visibility</p:attrName>
                                        </p:attrNameLst>
                                      </p:cBhvr>
                                      <p:to>
                                        <p:strVal val="visible"/>
                                      </p:to>
                                    </p:set>
                                    <p:animEffect transition="in" filter="dissolve">
                                      <p:cBhvr>
                                        <p:cTn id="87" dur="500"/>
                                        <p:tgtEl>
                                          <p:spTgt spid="82"/>
                                        </p:tgtEl>
                                      </p:cBhvr>
                                    </p:animEffect>
                                  </p:childTnLst>
                                </p:cTn>
                              </p:par>
                            </p:childTnLst>
                          </p:cTn>
                        </p:par>
                      </p:childTnLst>
                    </p:cTn>
                  </p:par>
                  <p:par>
                    <p:cTn id="88" fill="hold">
                      <p:stCondLst>
                        <p:cond delay="indefinite"/>
                      </p:stCondLst>
                      <p:childTnLst>
                        <p:par>
                          <p:cTn id="89" fill="hold">
                            <p:stCondLst>
                              <p:cond delay="0"/>
                            </p:stCondLst>
                            <p:childTnLst>
                              <p:par>
                                <p:cTn id="90" presetID="1" presetClass="emph" presetSubtype="2" fill="hold" nodeType="clickEffect">
                                  <p:stCondLst>
                                    <p:cond delay="0"/>
                                  </p:stCondLst>
                                  <p:childTnLst>
                                    <p:animClr clrSpc="rgb" dir="cw">
                                      <p:cBhvr>
                                        <p:cTn id="91" dur="10" fill="hold"/>
                                        <p:tgtEl>
                                          <p:spTgt spid="49"/>
                                        </p:tgtEl>
                                        <p:attrNameLst>
                                          <p:attrName>fillcolor</p:attrName>
                                        </p:attrNameLst>
                                      </p:cBhvr>
                                      <p:to>
                                        <a:schemeClr val="bg1"/>
                                      </p:to>
                                    </p:animClr>
                                    <p:set>
                                      <p:cBhvr>
                                        <p:cTn id="92" dur="10" fill="hold"/>
                                        <p:tgtEl>
                                          <p:spTgt spid="49"/>
                                        </p:tgtEl>
                                        <p:attrNameLst>
                                          <p:attrName>fill.type</p:attrName>
                                        </p:attrNameLst>
                                      </p:cBhvr>
                                      <p:to>
                                        <p:strVal val="solid"/>
                                      </p:to>
                                    </p:set>
                                    <p:set>
                                      <p:cBhvr>
                                        <p:cTn id="93" dur="10" fill="hold"/>
                                        <p:tgtEl>
                                          <p:spTgt spid="49"/>
                                        </p:tgtEl>
                                        <p:attrNameLst>
                                          <p:attrName>fill.on</p:attrName>
                                        </p:attrNameLst>
                                      </p:cBhvr>
                                      <p:to>
                                        <p:strVal val="true"/>
                                      </p:to>
                                    </p:set>
                                  </p:childTnLst>
                                </p:cTn>
                              </p:par>
                              <p:par>
                                <p:cTn id="94" presetID="1" presetClass="exit" presetSubtype="0" fill="hold" nodeType="withEffect">
                                  <p:stCondLst>
                                    <p:cond delay="0"/>
                                  </p:stCondLst>
                                  <p:childTnLst>
                                    <p:set>
                                      <p:cBhvr>
                                        <p:cTn id="95" dur="1" fill="hold">
                                          <p:stCondLst>
                                            <p:cond delay="0"/>
                                          </p:stCondLst>
                                        </p:cTn>
                                        <p:tgtEl>
                                          <p:spTgt spid="6"/>
                                        </p:tgtEl>
                                        <p:attrNameLst>
                                          <p:attrName>style.visibility</p:attrName>
                                        </p:attrNameLst>
                                      </p:cBhvr>
                                      <p:to>
                                        <p:strVal val="hidden"/>
                                      </p:to>
                                    </p:set>
                                  </p:childTnLst>
                                </p:cTn>
                              </p:par>
                              <p:par>
                                <p:cTn id="96" presetID="1" presetClass="exit" presetSubtype="0" fill="hold" grpId="1" nodeType="withEffect">
                                  <p:stCondLst>
                                    <p:cond delay="0"/>
                                  </p:stCondLst>
                                  <p:childTnLst>
                                    <p:set>
                                      <p:cBhvr>
                                        <p:cTn id="97" dur="1" fill="hold">
                                          <p:stCondLst>
                                            <p:cond delay="0"/>
                                          </p:stCondLst>
                                        </p:cTn>
                                        <p:tgtEl>
                                          <p:spTgt spid="83"/>
                                        </p:tgtEl>
                                        <p:attrNameLst>
                                          <p:attrName>style.visibility</p:attrName>
                                        </p:attrNameLst>
                                      </p:cBhvr>
                                      <p:to>
                                        <p:strVal val="hidden"/>
                                      </p:to>
                                    </p:set>
                                  </p:childTnLst>
                                </p:cTn>
                              </p:par>
                              <p:par>
                                <p:cTn id="98" presetID="1" presetClass="exit" presetSubtype="0" fill="hold" grpId="1" nodeType="withEffect">
                                  <p:stCondLst>
                                    <p:cond delay="0"/>
                                  </p:stCondLst>
                                  <p:childTnLst>
                                    <p:set>
                                      <p:cBhvr>
                                        <p:cTn id="99" dur="1" fill="hold">
                                          <p:stCondLst>
                                            <p:cond delay="0"/>
                                          </p:stCondLst>
                                        </p:cTn>
                                        <p:tgtEl>
                                          <p:spTgt spid="82"/>
                                        </p:tgtEl>
                                        <p:attrNameLst>
                                          <p:attrName>style.visibility</p:attrName>
                                        </p:attrNameLst>
                                      </p:cBhvr>
                                      <p:to>
                                        <p:strVal val="hidden"/>
                                      </p:to>
                                    </p:set>
                                  </p:childTnLst>
                                </p:cTn>
                              </p:par>
                            </p:childTnLst>
                          </p:cTn>
                        </p:par>
                      </p:childTnLst>
                    </p:cTn>
                  </p:par>
                  <p:par>
                    <p:cTn id="100" fill="hold">
                      <p:stCondLst>
                        <p:cond delay="indefinite"/>
                      </p:stCondLst>
                      <p:childTnLst>
                        <p:par>
                          <p:cTn id="101" fill="hold">
                            <p:stCondLst>
                              <p:cond delay="0"/>
                            </p:stCondLst>
                            <p:childTnLst>
                              <p:par>
                                <p:cTn id="102" presetID="1" presetClass="emph" presetSubtype="2" fill="hold" nodeType="clickEffect">
                                  <p:stCondLst>
                                    <p:cond delay="0"/>
                                  </p:stCondLst>
                                  <p:childTnLst>
                                    <p:animClr clrSpc="rgb" dir="cw">
                                      <p:cBhvr>
                                        <p:cTn id="103" dur="10" fill="hold"/>
                                        <p:tgtEl>
                                          <p:spTgt spid="51"/>
                                        </p:tgtEl>
                                        <p:attrNameLst>
                                          <p:attrName>fillcolor</p:attrName>
                                        </p:attrNameLst>
                                      </p:cBhvr>
                                      <p:to>
                                        <a:srgbClr val="FFFF00"/>
                                      </p:to>
                                    </p:animClr>
                                    <p:set>
                                      <p:cBhvr>
                                        <p:cTn id="104" dur="10" fill="hold"/>
                                        <p:tgtEl>
                                          <p:spTgt spid="51"/>
                                        </p:tgtEl>
                                        <p:attrNameLst>
                                          <p:attrName>fill.type</p:attrName>
                                        </p:attrNameLst>
                                      </p:cBhvr>
                                      <p:to>
                                        <p:strVal val="solid"/>
                                      </p:to>
                                    </p:set>
                                    <p:set>
                                      <p:cBhvr>
                                        <p:cTn id="105" dur="10" fill="hold"/>
                                        <p:tgtEl>
                                          <p:spTgt spid="51"/>
                                        </p:tgtEl>
                                        <p:attrNameLst>
                                          <p:attrName>fill.on</p:attrName>
                                        </p:attrNameLst>
                                      </p:cBhvr>
                                      <p:to>
                                        <p:strVal val="true"/>
                                      </p:to>
                                    </p:set>
                                  </p:childTnLst>
                                </p:cTn>
                              </p:par>
                            </p:childTnLst>
                          </p:cTn>
                        </p:par>
                      </p:childTnLst>
                    </p:cTn>
                  </p:par>
                  <p:par>
                    <p:cTn id="106" fill="hold">
                      <p:stCondLst>
                        <p:cond delay="indefinite"/>
                      </p:stCondLst>
                      <p:childTnLst>
                        <p:par>
                          <p:cTn id="107" fill="hold">
                            <p:stCondLst>
                              <p:cond delay="0"/>
                            </p:stCondLst>
                            <p:childTnLst>
                              <p:par>
                                <p:cTn id="108" presetID="1" presetClass="emph" presetSubtype="2" fill="hold" nodeType="clickEffect">
                                  <p:stCondLst>
                                    <p:cond delay="0"/>
                                  </p:stCondLst>
                                  <p:childTnLst>
                                    <p:animClr clrSpc="rgb" dir="cw">
                                      <p:cBhvr>
                                        <p:cTn id="109" dur="10" fill="hold"/>
                                        <p:tgtEl>
                                          <p:spTgt spid="51"/>
                                        </p:tgtEl>
                                        <p:attrNameLst>
                                          <p:attrName>fillcolor</p:attrName>
                                        </p:attrNameLst>
                                      </p:cBhvr>
                                      <p:to>
                                        <a:schemeClr val="bg1"/>
                                      </p:to>
                                    </p:animClr>
                                    <p:set>
                                      <p:cBhvr>
                                        <p:cTn id="110" dur="10" fill="hold"/>
                                        <p:tgtEl>
                                          <p:spTgt spid="51"/>
                                        </p:tgtEl>
                                        <p:attrNameLst>
                                          <p:attrName>fill.type</p:attrName>
                                        </p:attrNameLst>
                                      </p:cBhvr>
                                      <p:to>
                                        <p:strVal val="solid"/>
                                      </p:to>
                                    </p:set>
                                    <p:set>
                                      <p:cBhvr>
                                        <p:cTn id="111" dur="10" fill="hold"/>
                                        <p:tgtEl>
                                          <p:spTgt spid="51"/>
                                        </p:tgtEl>
                                        <p:attrNameLst>
                                          <p:attrName>fill.on</p:attrName>
                                        </p:attrNameLst>
                                      </p:cBhvr>
                                      <p:to>
                                        <p:strVal val="true"/>
                                      </p:to>
                                    </p:set>
                                  </p:childTnLst>
                                </p:cTn>
                              </p:par>
                            </p:childTnLst>
                          </p:cTn>
                        </p:par>
                      </p:childTnLst>
                    </p:cTn>
                  </p:par>
                  <p:par>
                    <p:cTn id="112" fill="hold">
                      <p:stCondLst>
                        <p:cond delay="indefinite"/>
                      </p:stCondLst>
                      <p:childTnLst>
                        <p:par>
                          <p:cTn id="113" fill="hold">
                            <p:stCondLst>
                              <p:cond delay="0"/>
                            </p:stCondLst>
                            <p:childTnLst>
                              <p:par>
                                <p:cTn id="114" presetID="1" presetClass="emph" presetSubtype="2" fill="hold" nodeType="clickEffect">
                                  <p:stCondLst>
                                    <p:cond delay="0"/>
                                  </p:stCondLst>
                                  <p:childTnLst>
                                    <p:animClr clrSpc="rgb" dir="cw">
                                      <p:cBhvr>
                                        <p:cTn id="115" dur="10" fill="hold"/>
                                        <p:tgtEl>
                                          <p:spTgt spid="52"/>
                                        </p:tgtEl>
                                        <p:attrNameLst>
                                          <p:attrName>fillcolor</p:attrName>
                                        </p:attrNameLst>
                                      </p:cBhvr>
                                      <p:to>
                                        <a:srgbClr val="FFFF00"/>
                                      </p:to>
                                    </p:animClr>
                                    <p:set>
                                      <p:cBhvr>
                                        <p:cTn id="116" dur="10" fill="hold"/>
                                        <p:tgtEl>
                                          <p:spTgt spid="52"/>
                                        </p:tgtEl>
                                        <p:attrNameLst>
                                          <p:attrName>fill.type</p:attrName>
                                        </p:attrNameLst>
                                      </p:cBhvr>
                                      <p:to>
                                        <p:strVal val="solid"/>
                                      </p:to>
                                    </p:set>
                                    <p:set>
                                      <p:cBhvr>
                                        <p:cTn id="117" dur="10" fill="hold"/>
                                        <p:tgtEl>
                                          <p:spTgt spid="52"/>
                                        </p:tgtEl>
                                        <p:attrNameLst>
                                          <p:attrName>fill.on</p:attrName>
                                        </p:attrNameLst>
                                      </p:cBhvr>
                                      <p:to>
                                        <p:strVal val="true"/>
                                      </p:to>
                                    </p:set>
                                  </p:childTnLst>
                                </p:cTn>
                              </p:par>
                              <p:par>
                                <p:cTn id="118" presetID="9" presetClass="entr" presetSubtype="0" fill="hold" nodeType="withEffect">
                                  <p:stCondLst>
                                    <p:cond delay="0"/>
                                  </p:stCondLst>
                                  <p:childTnLst>
                                    <p:set>
                                      <p:cBhvr>
                                        <p:cTn id="119" dur="1" fill="hold">
                                          <p:stCondLst>
                                            <p:cond delay="0"/>
                                          </p:stCondLst>
                                        </p:cTn>
                                        <p:tgtEl>
                                          <p:spTgt spid="11"/>
                                        </p:tgtEl>
                                        <p:attrNameLst>
                                          <p:attrName>style.visibility</p:attrName>
                                        </p:attrNameLst>
                                      </p:cBhvr>
                                      <p:to>
                                        <p:strVal val="visible"/>
                                      </p:to>
                                    </p:set>
                                    <p:animEffect transition="in" filter="dissolve">
                                      <p:cBhvr>
                                        <p:cTn id="120" dur="500"/>
                                        <p:tgtEl>
                                          <p:spTgt spid="11"/>
                                        </p:tgtEl>
                                      </p:cBhvr>
                                    </p:animEffect>
                                  </p:childTnLst>
                                </p:cTn>
                              </p:par>
                              <p:par>
                                <p:cTn id="121" presetID="9" presetClass="entr" presetSubtype="0" fill="hold" grpId="0" nodeType="withEffect">
                                  <p:stCondLst>
                                    <p:cond delay="0"/>
                                  </p:stCondLst>
                                  <p:childTnLst>
                                    <p:set>
                                      <p:cBhvr>
                                        <p:cTn id="122" dur="1" fill="hold">
                                          <p:stCondLst>
                                            <p:cond delay="0"/>
                                          </p:stCondLst>
                                        </p:cTn>
                                        <p:tgtEl>
                                          <p:spTgt spid="78"/>
                                        </p:tgtEl>
                                        <p:attrNameLst>
                                          <p:attrName>style.visibility</p:attrName>
                                        </p:attrNameLst>
                                      </p:cBhvr>
                                      <p:to>
                                        <p:strVal val="visible"/>
                                      </p:to>
                                    </p:set>
                                    <p:animEffect transition="in" filter="dissolve">
                                      <p:cBhvr>
                                        <p:cTn id="123" dur="500"/>
                                        <p:tgtEl>
                                          <p:spTgt spid="78"/>
                                        </p:tgtEl>
                                      </p:cBhvr>
                                    </p:animEffect>
                                  </p:childTnLst>
                                </p:cTn>
                              </p:par>
                              <p:par>
                                <p:cTn id="124" presetID="9" presetClass="entr" presetSubtype="0" fill="hold" grpId="0" nodeType="withEffect">
                                  <p:stCondLst>
                                    <p:cond delay="0"/>
                                  </p:stCondLst>
                                  <p:childTnLst>
                                    <p:set>
                                      <p:cBhvr>
                                        <p:cTn id="125" dur="1" fill="hold">
                                          <p:stCondLst>
                                            <p:cond delay="0"/>
                                          </p:stCondLst>
                                        </p:cTn>
                                        <p:tgtEl>
                                          <p:spTgt spid="10"/>
                                        </p:tgtEl>
                                        <p:attrNameLst>
                                          <p:attrName>style.visibility</p:attrName>
                                        </p:attrNameLst>
                                      </p:cBhvr>
                                      <p:to>
                                        <p:strVal val="visible"/>
                                      </p:to>
                                    </p:set>
                                    <p:animEffect transition="in" filter="dissolve">
                                      <p:cBhvr>
                                        <p:cTn id="126"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 grpId="0" animBg="1"/>
      <p:bldP spid="74" grpId="0" animBg="1"/>
      <p:bldP spid="74" grpId="1" animBg="1"/>
      <p:bldP spid="76" grpId="0"/>
      <p:bldP spid="76" grpId="1"/>
      <p:bldP spid="77" grpId="0"/>
      <p:bldP spid="77" grpId="1"/>
      <p:bldP spid="79" grpId="0" animBg="1"/>
      <p:bldP spid="80" grpId="0"/>
      <p:bldP spid="80" grpId="1"/>
      <p:bldP spid="81" grpId="0"/>
      <p:bldP spid="82" grpId="0" animBg="1"/>
      <p:bldP spid="82" grpId="1" animBg="1"/>
      <p:bldP spid="83" grpId="0"/>
      <p:bldP spid="83" grpId="1"/>
      <p:bldP spid="87" grpId="0" animBg="1"/>
      <p:bldP spid="87" grpId="1" animBg="1"/>
      <p:bldP spid="88" grpId="0" animBg="1"/>
      <p:bldP spid="10" grpId="0" animBg="1"/>
      <p:bldP spid="7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50"/>
        <p:cNvGrpSpPr/>
        <p:nvPr/>
      </p:nvGrpSpPr>
      <p:grpSpPr>
        <a:xfrm>
          <a:off x="0" y="0"/>
          <a:ext cx="0" cy="0"/>
          <a:chOff x="0" y="0"/>
          <a:chExt cx="0" cy="0"/>
        </a:xfrm>
      </p:grpSpPr>
      <p:sp>
        <p:nvSpPr>
          <p:cNvPr id="451" name="Google Shape;451;g254a6bbbaed_0_272"/>
          <p:cNvSpPr txBox="1">
            <a:spLocks noGrp="1"/>
          </p:cNvSpPr>
          <p:nvPr>
            <p:ph type="title"/>
          </p:nvPr>
        </p:nvSpPr>
        <p:spPr>
          <a:xfrm>
            <a:off x="277895" y="109030"/>
            <a:ext cx="9778315" cy="667131"/>
          </a:xfrm>
          <a:noFill/>
          <a:ln>
            <a:noFill/>
          </a:ln>
        </p:spPr>
        <p:txBody>
          <a:bodyPr spcFirstLastPara="1" vert="horz" wrap="square" lIns="91425" tIns="45700" rIns="91425" bIns="45700" rtlCol="0" anchor="ctr" anchorCtr="0">
            <a:normAutofit fontScale="90000"/>
          </a:bodyPr>
          <a:lstStyle/>
          <a:p>
            <a:r>
              <a:rPr lang="en" altLang="ja-JP">
                <a:latin typeface="Courier New" panose="02070309020205020404" pitchFamily="49" charset="0"/>
                <a:cs typeface="Courier New" panose="02070309020205020404" pitchFamily="49" charset="0"/>
              </a:rPr>
              <a:t>kd-tree</a:t>
            </a:r>
            <a:r>
              <a:rPr lang="ja-JP" altLang="en">
                <a:latin typeface="Courier New" panose="02070309020205020404" pitchFamily="49" charset="0"/>
                <a:cs typeface="Courier New" panose="02070309020205020404" pitchFamily="49" charset="0"/>
              </a:rPr>
              <a:t>：</a:t>
            </a:r>
            <a:r>
              <a:rPr lang="ja-JP" altLang="en-US">
                <a:latin typeface="Courier New" panose="02070309020205020404" pitchFamily="49" charset="0"/>
                <a:cs typeface="Courier New" panose="02070309020205020404" pitchFamily="49" charset="0"/>
              </a:rPr>
              <a:t>演習</a:t>
            </a:r>
            <a:endParaRPr lang="ja-JP" altLang="en-US" dirty="0">
              <a:latin typeface="Courier New" panose="02070309020205020404" pitchFamily="49" charset="0"/>
              <a:cs typeface="Courier New" panose="02070309020205020404" pitchFamily="49" charset="0"/>
            </a:endParaRPr>
          </a:p>
        </p:txBody>
      </p:sp>
      <p:sp>
        <p:nvSpPr>
          <p:cNvPr id="452" name="Google Shape;452;g254a6bbbaed_0_272"/>
          <p:cNvSpPr txBox="1">
            <a:spLocks noGrp="1"/>
          </p:cNvSpPr>
          <p:nvPr>
            <p:ph type="body" idx="1"/>
          </p:nvPr>
        </p:nvSpPr>
        <p:spPr>
          <a:xfrm>
            <a:off x="277813" y="993775"/>
            <a:ext cx="11614150" cy="2104325"/>
          </a:xfrm>
          <a:noFill/>
          <a:ln>
            <a:noFill/>
          </a:ln>
        </p:spPr>
        <p:txBody>
          <a:bodyPr spcFirstLastPara="1" vert="horz" wrap="square" lIns="91425" tIns="45700" rIns="91425" bIns="45700" rtlCol="0" anchor="t" anchorCtr="0">
            <a:normAutofit fontScale="85000" lnSpcReduction="20000"/>
          </a:bodyPr>
          <a:lstStyle/>
          <a:p>
            <a:r>
              <a:rPr lang="en-US" altLang="ja-JP" dirty="0"/>
              <a:t>【</a:t>
            </a:r>
            <a:r>
              <a:rPr lang="ja-JP" altLang="en-US"/>
              <a:t>演習</a:t>
            </a:r>
            <a:r>
              <a:rPr lang="en-US" altLang="ja-JP" dirty="0"/>
              <a:t>】</a:t>
            </a:r>
            <a:r>
              <a:rPr lang="en" altLang="ja-JP" dirty="0"/>
              <a:t>kd_tree1.cpp</a:t>
            </a:r>
            <a:endParaRPr lang="en" dirty="0"/>
          </a:p>
          <a:p>
            <a:pPr lvl="1"/>
            <a:r>
              <a:rPr lang="en" altLang="ja-JP" dirty="0" err="1"/>
              <a:t>kd</a:t>
            </a:r>
            <a:r>
              <a:rPr lang="en" altLang="ja-JP" dirty="0"/>
              <a:t>-tree</a:t>
            </a:r>
            <a:r>
              <a:rPr lang="ja-JP" altLang="en-US"/>
              <a:t>の構築をしよう！</a:t>
            </a:r>
            <a:r>
              <a:rPr lang="en-US" altLang="ja-JP" dirty="0"/>
              <a:t>(</a:t>
            </a:r>
            <a:r>
              <a:rPr lang="ja-JP" altLang="en-US"/>
              <a:t>参考</a:t>
            </a:r>
            <a:r>
              <a:rPr lang="en-US" altLang="ja-JP" dirty="0"/>
              <a:t>: </a:t>
            </a:r>
            <a:r>
              <a:rPr lang="en" altLang="ja-JP" dirty="0"/>
              <a:t>p10)</a:t>
            </a:r>
            <a:endParaRPr lang="en" dirty="0"/>
          </a:p>
          <a:p>
            <a:pPr marL="571500" lvl="1" indent="0">
              <a:buNone/>
            </a:pPr>
            <a:r>
              <a:rPr lang="en" altLang="ja-JP" dirty="0"/>
              <a:t>	</a:t>
            </a:r>
            <a:r>
              <a:rPr lang="en" altLang="ja-JP" dirty="0">
                <a:solidFill>
                  <a:srgbClr val="FF0000"/>
                </a:solidFill>
              </a:rPr>
              <a:t>→</a:t>
            </a:r>
            <a:r>
              <a:rPr lang="en" altLang="ja-JP" dirty="0" err="1">
                <a:solidFill>
                  <a:srgbClr val="FF0000"/>
                </a:solidFill>
              </a:rPr>
              <a:t>buildTree</a:t>
            </a:r>
            <a:r>
              <a:rPr lang="ja-JP" altLang="en-US">
                <a:solidFill>
                  <a:srgbClr val="FF0000"/>
                </a:solidFill>
              </a:rPr>
              <a:t>関数の一部を実装</a:t>
            </a:r>
            <a:endParaRPr lang="ja-JP" altLang="en-US" dirty="0">
              <a:solidFill>
                <a:srgbClr val="FF0000"/>
              </a:solidFill>
            </a:endParaRPr>
          </a:p>
          <a:p>
            <a:endParaRPr lang="ja-JP" altLang="en-US" dirty="0"/>
          </a:p>
          <a:p>
            <a:pPr marL="571500" lvl="1" indent="0">
              <a:buNone/>
            </a:pPr>
            <a:r>
              <a:rPr lang="ja-JP" altLang="en-US"/>
              <a:t>*木構造は配列で表現</a:t>
            </a:r>
            <a:endParaRPr lang="ja-JP" altLang="en-US" dirty="0"/>
          </a:p>
        </p:txBody>
      </p:sp>
      <p:sp>
        <p:nvSpPr>
          <p:cNvPr id="453" name="Google Shape;453;g254a6bbbaed_0_272"/>
          <p:cNvSpPr txBox="1">
            <a:spLocks noGrp="1"/>
          </p:cNvSpPr>
          <p:nvPr>
            <p:ph type="sldNum" idx="12"/>
          </p:nvPr>
        </p:nvSpPr>
        <p:spPr>
          <a:xfrm>
            <a:off x="11444346" y="-71929"/>
            <a:ext cx="896789" cy="476682"/>
          </a:xfrm>
          <a:noFill/>
          <a:ln>
            <a:noFill/>
          </a:ln>
        </p:spPr>
        <p:txBody>
          <a:bodyPr spcFirstLastPara="1" vert="horz" wrap="square" lIns="91425" tIns="45700" rIns="91425" bIns="45700" rtlCol="0" anchor="ctr" anchorCtr="0">
            <a:noAutofit/>
          </a:bodyPr>
          <a:lstStyle/>
          <a:p>
            <a:fld id="{00000000-1234-1234-1234-123412341234}" type="slidenum">
              <a:rPr lang="en-US" altLang="ja-JP"/>
              <a:pPr/>
              <a:t>15</a:t>
            </a:fld>
            <a:endParaRPr lang="en-US"/>
          </a:p>
        </p:txBody>
      </p:sp>
      <p:sp>
        <p:nvSpPr>
          <p:cNvPr id="454" name="Google Shape;454;g254a6bbbaed_0_272"/>
          <p:cNvSpPr/>
          <p:nvPr/>
        </p:nvSpPr>
        <p:spPr>
          <a:xfrm>
            <a:off x="1845680" y="3098100"/>
            <a:ext cx="8711099" cy="3759900"/>
          </a:xfrm>
          <a:prstGeom prst="rect">
            <a:avLst/>
          </a:prstGeom>
          <a:solidFill>
            <a:schemeClr val="lt1"/>
          </a:solidFill>
          <a:ln w="9525" cap="flat" cmpd="sng">
            <a:solidFill>
              <a:schemeClr val="dk2"/>
            </a:solidFill>
            <a:prstDash val="solid"/>
            <a:round/>
            <a:headEnd type="none" w="sm" len="sm"/>
            <a:tailEnd type="none" w="sm" len="sm"/>
          </a:ln>
          <a:effectLst>
            <a:outerShdw blurRad="57150" dist="19050" dir="5400000" algn="bl" rotWithShape="0">
              <a:srgbClr val="000000">
                <a:alpha val="49800"/>
              </a:srgbClr>
            </a:outerShdw>
          </a:effectLst>
        </p:spPr>
        <p:txBody>
          <a:bodyPr spcFirstLastPara="1" wrap="square" lIns="91425" tIns="91425" rIns="91425" bIns="91425" anchor="ctr" anchorCtr="0">
            <a:noAutofit/>
          </a:bodyPr>
          <a:lstStyle/>
          <a:p>
            <a:pPr>
              <a:buClr>
                <a:srgbClr val="000000"/>
              </a:buClr>
              <a:buSzPts val="1700"/>
            </a:pPr>
            <a:endParaRPr sz="1700" b="1" dirty="0">
              <a:solidFill>
                <a:srgbClr val="000000"/>
              </a:solidFill>
              <a:latin typeface="Arial"/>
              <a:ea typeface="Arial"/>
              <a:cs typeface="Arial"/>
              <a:sym typeface="Arial"/>
            </a:endParaRPr>
          </a:p>
        </p:txBody>
      </p:sp>
      <p:sp>
        <p:nvSpPr>
          <p:cNvPr id="455" name="Google Shape;455;g254a6bbbaed_0_272"/>
          <p:cNvSpPr/>
          <p:nvPr/>
        </p:nvSpPr>
        <p:spPr>
          <a:xfrm>
            <a:off x="3957080" y="3370300"/>
            <a:ext cx="913200" cy="476700"/>
          </a:xfrm>
          <a:prstGeom prst="rect">
            <a:avLst/>
          </a:prstGeom>
          <a:solidFill>
            <a:schemeClr val="lt1"/>
          </a:solidFill>
          <a:ln w="9525" cap="flat" cmpd="sng">
            <a:solidFill>
              <a:schemeClr val="dk2"/>
            </a:solidFill>
            <a:prstDash val="solid"/>
            <a:round/>
            <a:headEnd type="none" w="sm" len="sm"/>
            <a:tailEnd type="none" w="sm" len="sm"/>
          </a:ln>
          <a:effectLst>
            <a:outerShdw blurRad="57150" dist="19050" dir="5400000" algn="bl" rotWithShape="0">
              <a:srgbClr val="000000">
                <a:alpha val="49800"/>
              </a:srgbClr>
            </a:outerShdw>
          </a:effectLst>
        </p:spPr>
        <p:txBody>
          <a:bodyPr spcFirstLastPara="1" wrap="square" lIns="91425" tIns="91425" rIns="91425" bIns="91425" anchor="ctr" anchorCtr="0">
            <a:noAutofit/>
          </a:bodyPr>
          <a:lstStyle/>
          <a:p>
            <a:pPr algn="ctr"/>
            <a:r>
              <a:rPr lang="ja-JP" altLang="en-US" sz="2000"/>
              <a:t>①</a:t>
            </a:r>
            <a:endParaRPr sz="2000"/>
          </a:p>
        </p:txBody>
      </p:sp>
      <p:sp>
        <p:nvSpPr>
          <p:cNvPr id="456" name="Google Shape;456;g254a6bbbaed_0_272"/>
          <p:cNvSpPr/>
          <p:nvPr/>
        </p:nvSpPr>
        <p:spPr>
          <a:xfrm>
            <a:off x="2815280" y="4663500"/>
            <a:ext cx="913200" cy="476700"/>
          </a:xfrm>
          <a:prstGeom prst="rect">
            <a:avLst/>
          </a:prstGeom>
          <a:solidFill>
            <a:schemeClr val="lt1"/>
          </a:solidFill>
          <a:ln w="9525" cap="flat" cmpd="sng">
            <a:solidFill>
              <a:schemeClr val="dk2"/>
            </a:solidFill>
            <a:prstDash val="solid"/>
            <a:round/>
            <a:headEnd type="none" w="sm" len="sm"/>
            <a:tailEnd type="none" w="sm" len="sm"/>
          </a:ln>
          <a:effectLst>
            <a:outerShdw blurRad="57150" dist="19050" dir="5400000" algn="bl" rotWithShape="0">
              <a:srgbClr val="000000">
                <a:alpha val="49800"/>
              </a:srgbClr>
            </a:outerShdw>
          </a:effectLst>
        </p:spPr>
        <p:txBody>
          <a:bodyPr spcFirstLastPara="1" wrap="square" lIns="91425" tIns="91425" rIns="91425" bIns="91425" anchor="ctr" anchorCtr="0">
            <a:noAutofit/>
          </a:bodyPr>
          <a:lstStyle/>
          <a:p>
            <a:pPr algn="ctr"/>
            <a:r>
              <a:rPr lang="ja-JP" altLang="en-US" sz="2000"/>
              <a:t>②</a:t>
            </a:r>
            <a:endParaRPr sz="2000"/>
          </a:p>
        </p:txBody>
      </p:sp>
      <p:sp>
        <p:nvSpPr>
          <p:cNvPr id="457" name="Google Shape;457;g254a6bbbaed_0_272"/>
          <p:cNvSpPr/>
          <p:nvPr/>
        </p:nvSpPr>
        <p:spPr>
          <a:xfrm>
            <a:off x="2206880" y="5923200"/>
            <a:ext cx="913200" cy="476700"/>
          </a:xfrm>
          <a:prstGeom prst="rect">
            <a:avLst/>
          </a:prstGeom>
          <a:solidFill>
            <a:schemeClr val="lt1"/>
          </a:solidFill>
          <a:ln w="9525" cap="flat" cmpd="sng">
            <a:solidFill>
              <a:schemeClr val="dk2"/>
            </a:solidFill>
            <a:prstDash val="solid"/>
            <a:round/>
            <a:headEnd type="none" w="sm" len="sm"/>
            <a:tailEnd type="none" w="sm" len="sm"/>
          </a:ln>
          <a:effectLst>
            <a:outerShdw blurRad="57150" dist="19050" dir="5400000" algn="bl" rotWithShape="0">
              <a:srgbClr val="000000">
                <a:alpha val="49800"/>
              </a:srgbClr>
            </a:outerShdw>
          </a:effectLst>
        </p:spPr>
        <p:txBody>
          <a:bodyPr spcFirstLastPara="1" wrap="square" lIns="91425" tIns="91425" rIns="91425" bIns="91425" anchor="ctr" anchorCtr="0">
            <a:noAutofit/>
          </a:bodyPr>
          <a:lstStyle/>
          <a:p>
            <a:pPr algn="ctr"/>
            <a:r>
              <a:rPr lang="ja-JP" altLang="en-US" sz="2000"/>
              <a:t>④</a:t>
            </a:r>
            <a:endParaRPr sz="2000"/>
          </a:p>
        </p:txBody>
      </p:sp>
      <p:sp>
        <p:nvSpPr>
          <p:cNvPr id="458" name="Google Shape;458;g254a6bbbaed_0_272"/>
          <p:cNvSpPr/>
          <p:nvPr/>
        </p:nvSpPr>
        <p:spPr>
          <a:xfrm>
            <a:off x="3423680" y="5923200"/>
            <a:ext cx="913200" cy="476700"/>
          </a:xfrm>
          <a:prstGeom prst="rect">
            <a:avLst/>
          </a:prstGeom>
          <a:solidFill>
            <a:schemeClr val="lt1"/>
          </a:solidFill>
          <a:ln w="9525" cap="flat" cmpd="sng">
            <a:solidFill>
              <a:schemeClr val="dk2"/>
            </a:solidFill>
            <a:prstDash val="solid"/>
            <a:round/>
            <a:headEnd type="none" w="sm" len="sm"/>
            <a:tailEnd type="none" w="sm" len="sm"/>
          </a:ln>
          <a:effectLst>
            <a:outerShdw blurRad="57150" dist="19050" dir="5400000" algn="bl" rotWithShape="0">
              <a:srgbClr val="000000">
                <a:alpha val="49800"/>
              </a:srgbClr>
            </a:outerShdw>
          </a:effectLst>
        </p:spPr>
        <p:txBody>
          <a:bodyPr spcFirstLastPara="1" wrap="square" lIns="91425" tIns="91425" rIns="91425" bIns="91425" anchor="ctr" anchorCtr="0">
            <a:noAutofit/>
          </a:bodyPr>
          <a:lstStyle/>
          <a:p>
            <a:pPr algn="ctr"/>
            <a:r>
              <a:rPr lang="ja-JP" altLang="en-US" sz="2000"/>
              <a:t>⑤</a:t>
            </a:r>
            <a:endParaRPr sz="2000"/>
          </a:p>
        </p:txBody>
      </p:sp>
      <p:sp>
        <p:nvSpPr>
          <p:cNvPr id="459" name="Google Shape;459;g254a6bbbaed_0_272"/>
          <p:cNvSpPr/>
          <p:nvPr/>
        </p:nvSpPr>
        <p:spPr>
          <a:xfrm>
            <a:off x="5098880" y="4663500"/>
            <a:ext cx="913200" cy="476700"/>
          </a:xfrm>
          <a:prstGeom prst="rect">
            <a:avLst/>
          </a:prstGeom>
          <a:solidFill>
            <a:schemeClr val="lt1"/>
          </a:solidFill>
          <a:ln w="9525" cap="flat" cmpd="sng">
            <a:solidFill>
              <a:schemeClr val="dk2"/>
            </a:solidFill>
            <a:prstDash val="solid"/>
            <a:round/>
            <a:headEnd type="none" w="sm" len="sm"/>
            <a:tailEnd type="none" w="sm" len="sm"/>
          </a:ln>
          <a:effectLst>
            <a:outerShdw blurRad="57150" dist="19050" dir="5400000" algn="bl" rotWithShape="0">
              <a:srgbClr val="000000">
                <a:alpha val="49800"/>
              </a:srgbClr>
            </a:outerShdw>
          </a:effectLst>
        </p:spPr>
        <p:txBody>
          <a:bodyPr spcFirstLastPara="1" wrap="square" lIns="91425" tIns="91425" rIns="91425" bIns="91425" anchor="ctr" anchorCtr="0">
            <a:noAutofit/>
          </a:bodyPr>
          <a:lstStyle/>
          <a:p>
            <a:pPr algn="ctr"/>
            <a:r>
              <a:rPr lang="ja-JP" altLang="en-US" sz="1900"/>
              <a:t>③</a:t>
            </a:r>
            <a:endParaRPr sz="1900"/>
          </a:p>
        </p:txBody>
      </p:sp>
      <p:sp>
        <p:nvSpPr>
          <p:cNvPr id="460" name="Google Shape;460;g254a6bbbaed_0_272"/>
          <p:cNvSpPr/>
          <p:nvPr/>
        </p:nvSpPr>
        <p:spPr>
          <a:xfrm>
            <a:off x="4489280" y="5923200"/>
            <a:ext cx="913200" cy="476700"/>
          </a:xfrm>
          <a:prstGeom prst="rect">
            <a:avLst/>
          </a:prstGeom>
          <a:solidFill>
            <a:schemeClr val="lt1"/>
          </a:solidFill>
          <a:ln w="9525" cap="flat" cmpd="sng">
            <a:solidFill>
              <a:schemeClr val="dk2"/>
            </a:solidFill>
            <a:prstDash val="solid"/>
            <a:round/>
            <a:headEnd type="none" w="sm" len="sm"/>
            <a:tailEnd type="none" w="sm" len="sm"/>
          </a:ln>
          <a:effectLst>
            <a:outerShdw blurRad="57150" dist="19050" dir="5400000" algn="bl" rotWithShape="0">
              <a:srgbClr val="000000">
                <a:alpha val="49800"/>
              </a:srgbClr>
            </a:outerShdw>
          </a:effectLst>
        </p:spPr>
        <p:txBody>
          <a:bodyPr spcFirstLastPara="1" wrap="square" lIns="91425" tIns="91425" rIns="91425" bIns="91425" anchor="ctr" anchorCtr="0">
            <a:noAutofit/>
          </a:bodyPr>
          <a:lstStyle/>
          <a:p>
            <a:pPr algn="ctr"/>
            <a:r>
              <a:rPr lang="ja-JP" altLang="en-US" sz="2000"/>
              <a:t>⑥</a:t>
            </a:r>
            <a:endParaRPr sz="2000"/>
          </a:p>
        </p:txBody>
      </p:sp>
      <p:sp>
        <p:nvSpPr>
          <p:cNvPr id="461" name="Google Shape;461;g254a6bbbaed_0_272"/>
          <p:cNvSpPr/>
          <p:nvPr/>
        </p:nvSpPr>
        <p:spPr>
          <a:xfrm>
            <a:off x="5753455" y="5923200"/>
            <a:ext cx="913200" cy="476700"/>
          </a:xfrm>
          <a:prstGeom prst="rect">
            <a:avLst/>
          </a:prstGeom>
          <a:solidFill>
            <a:schemeClr val="lt1"/>
          </a:solidFill>
          <a:ln w="9525" cap="flat" cmpd="sng">
            <a:solidFill>
              <a:schemeClr val="dk2"/>
            </a:solidFill>
            <a:prstDash val="solid"/>
            <a:round/>
            <a:headEnd type="none" w="sm" len="sm"/>
            <a:tailEnd type="none" w="sm" len="sm"/>
          </a:ln>
          <a:effectLst>
            <a:outerShdw blurRad="57150" dist="19050" dir="5400000" algn="bl" rotWithShape="0">
              <a:srgbClr val="000000">
                <a:alpha val="49800"/>
              </a:srgbClr>
            </a:outerShdw>
          </a:effectLst>
        </p:spPr>
        <p:txBody>
          <a:bodyPr spcFirstLastPara="1" wrap="square" lIns="91425" tIns="91425" rIns="91425" bIns="91425" anchor="ctr" anchorCtr="0">
            <a:noAutofit/>
          </a:bodyPr>
          <a:lstStyle/>
          <a:p>
            <a:pPr algn="ctr"/>
            <a:r>
              <a:rPr lang="ja-JP" altLang="en-US" sz="2000"/>
              <a:t>⑦</a:t>
            </a:r>
            <a:endParaRPr sz="2000"/>
          </a:p>
        </p:txBody>
      </p:sp>
      <p:cxnSp>
        <p:nvCxnSpPr>
          <p:cNvPr id="462" name="Google Shape;462;g254a6bbbaed_0_272"/>
          <p:cNvCxnSpPr>
            <a:stCxn id="455" idx="2"/>
            <a:endCxn id="456" idx="0"/>
          </p:cNvCxnSpPr>
          <p:nvPr/>
        </p:nvCxnSpPr>
        <p:spPr>
          <a:xfrm flipH="1">
            <a:off x="3271880" y="3847000"/>
            <a:ext cx="1141800" cy="816600"/>
          </a:xfrm>
          <a:prstGeom prst="straightConnector1">
            <a:avLst/>
          </a:prstGeom>
          <a:noFill/>
          <a:ln w="9525" cap="flat" cmpd="sng">
            <a:solidFill>
              <a:schemeClr val="dk2"/>
            </a:solidFill>
            <a:prstDash val="solid"/>
            <a:round/>
            <a:headEnd type="none" w="med" len="med"/>
            <a:tailEnd type="none" w="med" len="med"/>
          </a:ln>
        </p:spPr>
      </p:cxnSp>
      <p:cxnSp>
        <p:nvCxnSpPr>
          <p:cNvPr id="463" name="Google Shape;463;g254a6bbbaed_0_272"/>
          <p:cNvCxnSpPr>
            <a:stCxn id="455" idx="2"/>
            <a:endCxn id="459" idx="0"/>
          </p:cNvCxnSpPr>
          <p:nvPr/>
        </p:nvCxnSpPr>
        <p:spPr>
          <a:xfrm>
            <a:off x="4413680" y="3847000"/>
            <a:ext cx="1141800" cy="816600"/>
          </a:xfrm>
          <a:prstGeom prst="straightConnector1">
            <a:avLst/>
          </a:prstGeom>
          <a:noFill/>
          <a:ln w="9525" cap="flat" cmpd="sng">
            <a:solidFill>
              <a:schemeClr val="dk2"/>
            </a:solidFill>
            <a:prstDash val="solid"/>
            <a:round/>
            <a:headEnd type="none" w="med" len="med"/>
            <a:tailEnd type="none" w="med" len="med"/>
          </a:ln>
        </p:spPr>
      </p:cxnSp>
      <p:cxnSp>
        <p:nvCxnSpPr>
          <p:cNvPr id="464" name="Google Shape;464;g254a6bbbaed_0_272"/>
          <p:cNvCxnSpPr>
            <a:stCxn id="459" idx="2"/>
            <a:endCxn id="461" idx="0"/>
          </p:cNvCxnSpPr>
          <p:nvPr/>
        </p:nvCxnSpPr>
        <p:spPr>
          <a:xfrm>
            <a:off x="5555480" y="5140200"/>
            <a:ext cx="654600" cy="783000"/>
          </a:xfrm>
          <a:prstGeom prst="straightConnector1">
            <a:avLst/>
          </a:prstGeom>
          <a:noFill/>
          <a:ln w="9525" cap="flat" cmpd="sng">
            <a:solidFill>
              <a:schemeClr val="dk2"/>
            </a:solidFill>
            <a:prstDash val="solid"/>
            <a:round/>
            <a:headEnd type="none" w="med" len="med"/>
            <a:tailEnd type="none" w="med" len="med"/>
          </a:ln>
        </p:spPr>
      </p:cxnSp>
      <p:cxnSp>
        <p:nvCxnSpPr>
          <p:cNvPr id="465" name="Google Shape;465;g254a6bbbaed_0_272"/>
          <p:cNvCxnSpPr>
            <a:endCxn id="460" idx="0"/>
          </p:cNvCxnSpPr>
          <p:nvPr/>
        </p:nvCxnSpPr>
        <p:spPr>
          <a:xfrm flipH="1">
            <a:off x="4945880" y="5140200"/>
            <a:ext cx="609600" cy="783000"/>
          </a:xfrm>
          <a:prstGeom prst="straightConnector1">
            <a:avLst/>
          </a:prstGeom>
          <a:noFill/>
          <a:ln w="9525" cap="flat" cmpd="sng">
            <a:solidFill>
              <a:schemeClr val="dk2"/>
            </a:solidFill>
            <a:prstDash val="solid"/>
            <a:round/>
            <a:headEnd type="none" w="med" len="med"/>
            <a:tailEnd type="none" w="med" len="med"/>
          </a:ln>
        </p:spPr>
      </p:cxnSp>
      <p:cxnSp>
        <p:nvCxnSpPr>
          <p:cNvPr id="466" name="Google Shape;466;g254a6bbbaed_0_272"/>
          <p:cNvCxnSpPr/>
          <p:nvPr/>
        </p:nvCxnSpPr>
        <p:spPr>
          <a:xfrm flipH="1">
            <a:off x="2662280" y="5140200"/>
            <a:ext cx="609600" cy="783000"/>
          </a:xfrm>
          <a:prstGeom prst="straightConnector1">
            <a:avLst/>
          </a:prstGeom>
          <a:noFill/>
          <a:ln w="9525" cap="flat" cmpd="sng">
            <a:solidFill>
              <a:schemeClr val="dk2"/>
            </a:solidFill>
            <a:prstDash val="solid"/>
            <a:round/>
            <a:headEnd type="none" w="med" len="med"/>
            <a:tailEnd type="none" w="med" len="med"/>
          </a:ln>
        </p:spPr>
      </p:cxnSp>
      <p:cxnSp>
        <p:nvCxnSpPr>
          <p:cNvPr id="467" name="Google Shape;467;g254a6bbbaed_0_272"/>
          <p:cNvCxnSpPr/>
          <p:nvPr/>
        </p:nvCxnSpPr>
        <p:spPr>
          <a:xfrm>
            <a:off x="3271880" y="5140200"/>
            <a:ext cx="654600" cy="783000"/>
          </a:xfrm>
          <a:prstGeom prst="straightConnector1">
            <a:avLst/>
          </a:prstGeom>
          <a:noFill/>
          <a:ln w="9525" cap="flat" cmpd="sng">
            <a:solidFill>
              <a:schemeClr val="dk2"/>
            </a:solidFill>
            <a:prstDash val="solid"/>
            <a:round/>
            <a:headEnd type="none" w="med" len="med"/>
            <a:tailEnd type="none" w="med" len="med"/>
          </a:ln>
        </p:spPr>
      </p:cxnSp>
      <p:sp>
        <p:nvSpPr>
          <p:cNvPr id="468" name="Google Shape;468;g254a6bbbaed_0_272"/>
          <p:cNvSpPr txBox="1"/>
          <p:nvPr/>
        </p:nvSpPr>
        <p:spPr>
          <a:xfrm>
            <a:off x="2772203" y="3951213"/>
            <a:ext cx="946302" cy="492412"/>
          </a:xfrm>
          <a:prstGeom prst="rect">
            <a:avLst/>
          </a:prstGeom>
          <a:noFill/>
          <a:ln>
            <a:noFill/>
          </a:ln>
        </p:spPr>
        <p:txBody>
          <a:bodyPr spcFirstLastPara="1" wrap="square" lIns="91425" tIns="91425" rIns="91425" bIns="91425" anchor="t" anchorCtr="0">
            <a:spAutoFit/>
          </a:bodyPr>
          <a:lstStyle/>
          <a:p>
            <a:pPr algn="ctr"/>
            <a:r>
              <a:rPr lang="ja-JP" altLang="en-US" sz="2000">
                <a:latin typeface="Calibri"/>
                <a:ea typeface="Calibri"/>
                <a:cs typeface="Calibri"/>
                <a:sym typeface="Calibri"/>
              </a:rPr>
              <a:t>①</a:t>
            </a:r>
            <a:r>
              <a:rPr lang="en-US" altLang="ja-JP" sz="2000">
                <a:latin typeface="Calibri"/>
                <a:ea typeface="Calibri"/>
                <a:cs typeface="Calibri"/>
                <a:sym typeface="Calibri"/>
              </a:rPr>
              <a:t>×2</a:t>
            </a:r>
            <a:endParaRPr sz="2000" dirty="0">
              <a:latin typeface="Calibri"/>
              <a:ea typeface="Calibri"/>
              <a:cs typeface="Calibri"/>
              <a:sym typeface="Calibri"/>
            </a:endParaRPr>
          </a:p>
        </p:txBody>
      </p:sp>
      <p:sp>
        <p:nvSpPr>
          <p:cNvPr id="469" name="Google Shape;469;g254a6bbbaed_0_272"/>
          <p:cNvSpPr txBox="1"/>
          <p:nvPr/>
        </p:nvSpPr>
        <p:spPr>
          <a:xfrm>
            <a:off x="4945880" y="3922675"/>
            <a:ext cx="1141800" cy="492600"/>
          </a:xfrm>
          <a:prstGeom prst="rect">
            <a:avLst/>
          </a:prstGeom>
          <a:noFill/>
          <a:ln>
            <a:noFill/>
          </a:ln>
        </p:spPr>
        <p:txBody>
          <a:bodyPr spcFirstLastPara="1" wrap="square" lIns="91425" tIns="91425" rIns="91425" bIns="91425" anchor="t" anchorCtr="0">
            <a:spAutoFit/>
          </a:bodyPr>
          <a:lstStyle/>
          <a:p>
            <a:pPr algn="ctr"/>
            <a:r>
              <a:rPr lang="ja-JP" altLang="en-US" sz="2000">
                <a:latin typeface="Calibri"/>
                <a:ea typeface="Calibri"/>
                <a:cs typeface="Calibri"/>
                <a:sym typeface="Calibri"/>
              </a:rPr>
              <a:t>①</a:t>
            </a:r>
            <a:r>
              <a:rPr lang="en-US" altLang="ja-JP" sz="2000">
                <a:latin typeface="Calibri"/>
                <a:ea typeface="Calibri"/>
                <a:cs typeface="Calibri"/>
                <a:sym typeface="Calibri"/>
              </a:rPr>
              <a:t>×2+1</a:t>
            </a:r>
            <a:endParaRPr sz="2000">
              <a:latin typeface="Calibri"/>
              <a:ea typeface="Calibri"/>
              <a:cs typeface="Calibri"/>
              <a:sym typeface="Calibri"/>
            </a:endParaRPr>
          </a:p>
        </p:txBody>
      </p:sp>
      <p:sp>
        <p:nvSpPr>
          <p:cNvPr id="470" name="Google Shape;470;g254a6bbbaed_0_272"/>
          <p:cNvSpPr txBox="1"/>
          <p:nvPr/>
        </p:nvSpPr>
        <p:spPr>
          <a:xfrm>
            <a:off x="2059439" y="5260125"/>
            <a:ext cx="833495" cy="492600"/>
          </a:xfrm>
          <a:prstGeom prst="rect">
            <a:avLst/>
          </a:prstGeom>
          <a:noFill/>
          <a:ln>
            <a:noFill/>
          </a:ln>
        </p:spPr>
        <p:txBody>
          <a:bodyPr spcFirstLastPara="1" wrap="square" lIns="91425" tIns="91425" rIns="91425" bIns="91425" anchor="t" anchorCtr="0">
            <a:spAutoFit/>
          </a:bodyPr>
          <a:lstStyle/>
          <a:p>
            <a:pPr algn="ctr"/>
            <a:r>
              <a:rPr lang="ja-JP" altLang="en-US" sz="2000">
                <a:latin typeface="Calibri"/>
                <a:ea typeface="Calibri"/>
                <a:cs typeface="Calibri"/>
                <a:sym typeface="Calibri"/>
              </a:rPr>
              <a:t>②</a:t>
            </a:r>
            <a:r>
              <a:rPr lang="en-US" altLang="ja-JP" sz="2000">
                <a:latin typeface="Calibri"/>
                <a:ea typeface="Calibri"/>
                <a:cs typeface="Calibri"/>
                <a:sym typeface="Calibri"/>
              </a:rPr>
              <a:t>×2</a:t>
            </a:r>
            <a:endParaRPr sz="2000" dirty="0">
              <a:latin typeface="Calibri"/>
              <a:ea typeface="Calibri"/>
              <a:cs typeface="Calibri"/>
              <a:sym typeface="Calibri"/>
            </a:endParaRPr>
          </a:p>
        </p:txBody>
      </p:sp>
      <p:sp>
        <p:nvSpPr>
          <p:cNvPr id="471" name="Google Shape;471;g254a6bbbaed_0_272"/>
          <p:cNvSpPr txBox="1"/>
          <p:nvPr/>
        </p:nvSpPr>
        <p:spPr>
          <a:xfrm>
            <a:off x="3453039" y="5256900"/>
            <a:ext cx="1141800" cy="492600"/>
          </a:xfrm>
          <a:prstGeom prst="rect">
            <a:avLst/>
          </a:prstGeom>
          <a:noFill/>
          <a:ln>
            <a:noFill/>
          </a:ln>
        </p:spPr>
        <p:txBody>
          <a:bodyPr spcFirstLastPara="1" wrap="square" lIns="91425" tIns="91425" rIns="91425" bIns="91425" anchor="t" anchorCtr="0">
            <a:spAutoFit/>
          </a:bodyPr>
          <a:lstStyle/>
          <a:p>
            <a:pPr algn="ctr"/>
            <a:r>
              <a:rPr lang="ja-JP" altLang="en-US" sz="2000">
                <a:latin typeface="Calibri"/>
                <a:ea typeface="Calibri"/>
                <a:cs typeface="Calibri"/>
                <a:sym typeface="Calibri"/>
              </a:rPr>
              <a:t>②</a:t>
            </a:r>
            <a:r>
              <a:rPr lang="en-US" altLang="ja-JP" sz="2000">
                <a:latin typeface="Calibri"/>
                <a:ea typeface="Calibri"/>
                <a:cs typeface="Calibri"/>
                <a:sym typeface="Calibri"/>
              </a:rPr>
              <a:t>×2+1</a:t>
            </a:r>
            <a:endParaRPr sz="2000" dirty="0">
              <a:latin typeface="Calibri"/>
              <a:ea typeface="Calibri"/>
              <a:cs typeface="Calibri"/>
              <a:sym typeface="Calibri"/>
            </a:endParaRPr>
          </a:p>
        </p:txBody>
      </p:sp>
      <p:sp>
        <p:nvSpPr>
          <p:cNvPr id="472" name="Google Shape;472;g254a6bbbaed_0_272"/>
          <p:cNvSpPr txBox="1"/>
          <p:nvPr/>
        </p:nvSpPr>
        <p:spPr>
          <a:xfrm>
            <a:off x="4494406" y="5256900"/>
            <a:ext cx="839550" cy="492600"/>
          </a:xfrm>
          <a:prstGeom prst="rect">
            <a:avLst/>
          </a:prstGeom>
          <a:noFill/>
          <a:ln>
            <a:noFill/>
          </a:ln>
        </p:spPr>
        <p:txBody>
          <a:bodyPr spcFirstLastPara="1" wrap="square" lIns="91425" tIns="91425" rIns="91425" bIns="91425" anchor="t" anchorCtr="0">
            <a:spAutoFit/>
          </a:bodyPr>
          <a:lstStyle/>
          <a:p>
            <a:pPr algn="ctr"/>
            <a:r>
              <a:rPr lang="ja-JP" altLang="en-US" sz="2000">
                <a:latin typeface="Calibri"/>
                <a:ea typeface="Calibri"/>
                <a:cs typeface="Calibri"/>
                <a:sym typeface="Calibri"/>
              </a:rPr>
              <a:t>③</a:t>
            </a:r>
            <a:r>
              <a:rPr lang="en-US" altLang="ja-JP" sz="2000">
                <a:latin typeface="Calibri"/>
                <a:ea typeface="Calibri"/>
                <a:cs typeface="Calibri"/>
                <a:sym typeface="Calibri"/>
              </a:rPr>
              <a:t>×2</a:t>
            </a:r>
            <a:endParaRPr sz="2000" dirty="0">
              <a:latin typeface="Calibri"/>
              <a:ea typeface="Calibri"/>
              <a:cs typeface="Calibri"/>
              <a:sym typeface="Calibri"/>
            </a:endParaRPr>
          </a:p>
        </p:txBody>
      </p:sp>
      <p:sp>
        <p:nvSpPr>
          <p:cNvPr id="473" name="Google Shape;473;g254a6bbbaed_0_272"/>
          <p:cNvSpPr txBox="1"/>
          <p:nvPr/>
        </p:nvSpPr>
        <p:spPr>
          <a:xfrm>
            <a:off x="5821580" y="5285400"/>
            <a:ext cx="1141800" cy="492600"/>
          </a:xfrm>
          <a:prstGeom prst="rect">
            <a:avLst/>
          </a:prstGeom>
          <a:noFill/>
          <a:ln>
            <a:noFill/>
          </a:ln>
        </p:spPr>
        <p:txBody>
          <a:bodyPr spcFirstLastPara="1" wrap="square" lIns="91425" tIns="91425" rIns="91425" bIns="91425" anchor="t" anchorCtr="0">
            <a:spAutoFit/>
          </a:bodyPr>
          <a:lstStyle/>
          <a:p>
            <a:pPr algn="ctr"/>
            <a:r>
              <a:rPr lang="ja-JP" altLang="en-US" sz="2000">
                <a:latin typeface="Calibri"/>
                <a:ea typeface="Calibri"/>
                <a:cs typeface="Calibri"/>
                <a:sym typeface="Calibri"/>
              </a:rPr>
              <a:t>③</a:t>
            </a:r>
            <a:r>
              <a:rPr lang="en-US" altLang="ja-JP" sz="2000">
                <a:latin typeface="Calibri"/>
                <a:ea typeface="Calibri"/>
                <a:cs typeface="Calibri"/>
                <a:sym typeface="Calibri"/>
              </a:rPr>
              <a:t>×2+1</a:t>
            </a:r>
            <a:endParaRPr sz="2000">
              <a:latin typeface="Calibri"/>
              <a:ea typeface="Calibri"/>
              <a:cs typeface="Calibri"/>
              <a:sym typeface="Calibri"/>
            </a:endParaRPr>
          </a:p>
        </p:txBody>
      </p:sp>
      <p:sp>
        <p:nvSpPr>
          <p:cNvPr id="3" name="正方形/長方形 2">
            <a:extLst>
              <a:ext uri="{FF2B5EF4-FFF2-40B4-BE49-F238E27FC236}">
                <a16:creationId xmlns:a16="http://schemas.microsoft.com/office/drawing/2014/main" id="{51392434-D427-D064-CBC1-6BADBE87914D}"/>
              </a:ext>
            </a:extLst>
          </p:cNvPr>
          <p:cNvSpPr/>
          <p:nvPr/>
        </p:nvSpPr>
        <p:spPr>
          <a:xfrm>
            <a:off x="7096240" y="4564369"/>
            <a:ext cx="674962" cy="674962"/>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a:solidFill>
                  <a:schemeClr val="tx1"/>
                </a:solidFill>
              </a:rPr>
              <a:t>NULL</a:t>
            </a:r>
            <a:endParaRPr lang="ja-JP" altLang="en-US">
              <a:solidFill>
                <a:schemeClr val="tx1"/>
              </a:solidFill>
            </a:endParaRPr>
          </a:p>
        </p:txBody>
      </p:sp>
      <p:sp>
        <p:nvSpPr>
          <p:cNvPr id="4" name="正方形/長方形 3">
            <a:extLst>
              <a:ext uri="{FF2B5EF4-FFF2-40B4-BE49-F238E27FC236}">
                <a16:creationId xmlns:a16="http://schemas.microsoft.com/office/drawing/2014/main" id="{F8CC2BCA-B223-AB42-482E-3C9B81230EBF}"/>
              </a:ext>
            </a:extLst>
          </p:cNvPr>
          <p:cNvSpPr/>
          <p:nvPr/>
        </p:nvSpPr>
        <p:spPr>
          <a:xfrm>
            <a:off x="7771202" y="4564947"/>
            <a:ext cx="674962" cy="674962"/>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a:solidFill>
                  <a:schemeClr val="tx1"/>
                </a:solidFill>
              </a:rPr>
              <a:t>①</a:t>
            </a:r>
          </a:p>
        </p:txBody>
      </p:sp>
      <p:sp>
        <p:nvSpPr>
          <p:cNvPr id="5" name="正方形/長方形 4">
            <a:extLst>
              <a:ext uri="{FF2B5EF4-FFF2-40B4-BE49-F238E27FC236}">
                <a16:creationId xmlns:a16="http://schemas.microsoft.com/office/drawing/2014/main" id="{5DE4CC35-D105-9150-E295-088168BE995F}"/>
              </a:ext>
            </a:extLst>
          </p:cNvPr>
          <p:cNvSpPr/>
          <p:nvPr/>
        </p:nvSpPr>
        <p:spPr>
          <a:xfrm>
            <a:off x="8446164" y="4564369"/>
            <a:ext cx="674962" cy="674962"/>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a:solidFill>
                  <a:schemeClr val="tx1"/>
                </a:solidFill>
              </a:rPr>
              <a:t>②</a:t>
            </a:r>
          </a:p>
        </p:txBody>
      </p:sp>
      <p:sp>
        <p:nvSpPr>
          <p:cNvPr id="6" name="正方形/長方形 5">
            <a:extLst>
              <a:ext uri="{FF2B5EF4-FFF2-40B4-BE49-F238E27FC236}">
                <a16:creationId xmlns:a16="http://schemas.microsoft.com/office/drawing/2014/main" id="{7E993E2F-E399-04E4-0965-AB5B7E7825DB}"/>
              </a:ext>
            </a:extLst>
          </p:cNvPr>
          <p:cNvSpPr/>
          <p:nvPr/>
        </p:nvSpPr>
        <p:spPr>
          <a:xfrm>
            <a:off x="9121126" y="4564369"/>
            <a:ext cx="674962" cy="674962"/>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a:solidFill>
                  <a:schemeClr val="tx1"/>
                </a:solidFill>
              </a:rPr>
              <a:t>③</a:t>
            </a:r>
          </a:p>
        </p:txBody>
      </p:sp>
      <p:sp>
        <p:nvSpPr>
          <p:cNvPr id="7" name="テキスト ボックス 6">
            <a:extLst>
              <a:ext uri="{FF2B5EF4-FFF2-40B4-BE49-F238E27FC236}">
                <a16:creationId xmlns:a16="http://schemas.microsoft.com/office/drawing/2014/main" id="{85CF7FBE-0C02-201A-0F06-C3FF47049F77}"/>
              </a:ext>
            </a:extLst>
          </p:cNvPr>
          <p:cNvSpPr txBox="1"/>
          <p:nvPr/>
        </p:nvSpPr>
        <p:spPr>
          <a:xfrm>
            <a:off x="7277268" y="5256900"/>
            <a:ext cx="312906" cy="369332"/>
          </a:xfrm>
          <a:prstGeom prst="rect">
            <a:avLst/>
          </a:prstGeom>
          <a:noFill/>
        </p:spPr>
        <p:txBody>
          <a:bodyPr wrap="none" rtlCol="0">
            <a:spAutoFit/>
          </a:bodyPr>
          <a:lstStyle/>
          <a:p>
            <a:r>
              <a:rPr lang="en-US" altLang="ja-JP" dirty="0"/>
              <a:t>0</a:t>
            </a:r>
            <a:endParaRPr lang="ja-JP" altLang="en-US"/>
          </a:p>
        </p:txBody>
      </p:sp>
      <p:sp>
        <p:nvSpPr>
          <p:cNvPr id="8" name="テキスト ボックス 7">
            <a:extLst>
              <a:ext uri="{FF2B5EF4-FFF2-40B4-BE49-F238E27FC236}">
                <a16:creationId xmlns:a16="http://schemas.microsoft.com/office/drawing/2014/main" id="{71DE822D-A264-A505-8F11-4275F4761375}"/>
              </a:ext>
            </a:extLst>
          </p:cNvPr>
          <p:cNvSpPr txBox="1"/>
          <p:nvPr/>
        </p:nvSpPr>
        <p:spPr>
          <a:xfrm>
            <a:off x="8013896" y="5285400"/>
            <a:ext cx="312906" cy="369332"/>
          </a:xfrm>
          <a:prstGeom prst="rect">
            <a:avLst/>
          </a:prstGeom>
          <a:noFill/>
        </p:spPr>
        <p:txBody>
          <a:bodyPr wrap="none" rtlCol="0">
            <a:spAutoFit/>
          </a:bodyPr>
          <a:lstStyle/>
          <a:p>
            <a:r>
              <a:rPr lang="en-US" altLang="ja-JP" dirty="0"/>
              <a:t>1</a:t>
            </a:r>
            <a:endParaRPr lang="ja-JP" altLang="en-US"/>
          </a:p>
        </p:txBody>
      </p:sp>
      <p:sp>
        <p:nvSpPr>
          <p:cNvPr id="10" name="テキスト ボックス 9">
            <a:extLst>
              <a:ext uri="{FF2B5EF4-FFF2-40B4-BE49-F238E27FC236}">
                <a16:creationId xmlns:a16="http://schemas.microsoft.com/office/drawing/2014/main" id="{434F65D0-13F5-C1EF-9E05-2E2D7179D51D}"/>
              </a:ext>
            </a:extLst>
          </p:cNvPr>
          <p:cNvSpPr txBox="1"/>
          <p:nvPr/>
        </p:nvSpPr>
        <p:spPr>
          <a:xfrm>
            <a:off x="8645102" y="5285400"/>
            <a:ext cx="312906" cy="369332"/>
          </a:xfrm>
          <a:prstGeom prst="rect">
            <a:avLst/>
          </a:prstGeom>
          <a:noFill/>
        </p:spPr>
        <p:txBody>
          <a:bodyPr wrap="none" rtlCol="0">
            <a:spAutoFit/>
          </a:bodyPr>
          <a:lstStyle/>
          <a:p>
            <a:r>
              <a:rPr lang="en-US" altLang="ja-JP" dirty="0"/>
              <a:t>2</a:t>
            </a:r>
            <a:endParaRPr lang="ja-JP" altLang="en-US"/>
          </a:p>
        </p:txBody>
      </p:sp>
      <p:sp>
        <p:nvSpPr>
          <p:cNvPr id="12" name="テキスト ボックス 11">
            <a:extLst>
              <a:ext uri="{FF2B5EF4-FFF2-40B4-BE49-F238E27FC236}">
                <a16:creationId xmlns:a16="http://schemas.microsoft.com/office/drawing/2014/main" id="{AB4DF05C-979A-A45D-8316-51FCB63D50AD}"/>
              </a:ext>
            </a:extLst>
          </p:cNvPr>
          <p:cNvSpPr txBox="1"/>
          <p:nvPr/>
        </p:nvSpPr>
        <p:spPr>
          <a:xfrm>
            <a:off x="9303632" y="5285400"/>
            <a:ext cx="312906" cy="369332"/>
          </a:xfrm>
          <a:prstGeom prst="rect">
            <a:avLst/>
          </a:prstGeom>
          <a:noFill/>
        </p:spPr>
        <p:txBody>
          <a:bodyPr wrap="none" rtlCol="0">
            <a:spAutoFit/>
          </a:bodyPr>
          <a:lstStyle/>
          <a:p>
            <a:r>
              <a:rPr lang="en-US" altLang="ja-JP" dirty="0"/>
              <a:t>3</a:t>
            </a:r>
            <a:endParaRPr lang="ja-JP" altLang="en-US"/>
          </a:p>
        </p:txBody>
      </p:sp>
      <p:sp>
        <p:nvSpPr>
          <p:cNvPr id="13" name="テキスト ボックス 12">
            <a:extLst>
              <a:ext uri="{FF2B5EF4-FFF2-40B4-BE49-F238E27FC236}">
                <a16:creationId xmlns:a16="http://schemas.microsoft.com/office/drawing/2014/main" id="{2DDCB850-1E41-8A33-2F4A-132528A435DA}"/>
              </a:ext>
            </a:extLst>
          </p:cNvPr>
          <p:cNvSpPr txBox="1"/>
          <p:nvPr/>
        </p:nvSpPr>
        <p:spPr>
          <a:xfrm>
            <a:off x="9850617" y="4663280"/>
            <a:ext cx="396262" cy="400110"/>
          </a:xfrm>
          <a:prstGeom prst="rect">
            <a:avLst/>
          </a:prstGeom>
          <a:noFill/>
        </p:spPr>
        <p:txBody>
          <a:bodyPr wrap="none" rtlCol="0">
            <a:spAutoFit/>
          </a:bodyPr>
          <a:lstStyle/>
          <a:p>
            <a:r>
              <a:rPr lang="en-US" altLang="ja-JP" sz="2000" dirty="0"/>
              <a:t>...</a:t>
            </a:r>
            <a:endParaRPr lang="ja-JP" altLang="en-US" sz="2000"/>
          </a:p>
        </p:txBody>
      </p:sp>
      <p:sp>
        <p:nvSpPr>
          <p:cNvPr id="14" name="テキスト ボックス 13">
            <a:extLst>
              <a:ext uri="{FF2B5EF4-FFF2-40B4-BE49-F238E27FC236}">
                <a16:creationId xmlns:a16="http://schemas.microsoft.com/office/drawing/2014/main" id="{4C38E2E6-3E7F-A3D3-6592-28030DCB1C04}"/>
              </a:ext>
            </a:extLst>
          </p:cNvPr>
          <p:cNvSpPr txBox="1"/>
          <p:nvPr/>
        </p:nvSpPr>
        <p:spPr>
          <a:xfrm>
            <a:off x="1997261" y="3370301"/>
            <a:ext cx="1107996" cy="461665"/>
          </a:xfrm>
          <a:prstGeom prst="rect">
            <a:avLst/>
          </a:prstGeom>
          <a:noFill/>
          <a:ln>
            <a:solidFill>
              <a:schemeClr val="accent1">
                <a:shade val="15000"/>
              </a:schemeClr>
            </a:solidFill>
          </a:ln>
        </p:spPr>
        <p:txBody>
          <a:bodyPr wrap="none" rtlCol="0">
            <a:spAutoFit/>
          </a:bodyPr>
          <a:lstStyle/>
          <a:p>
            <a:r>
              <a:rPr lang="ja-JP" altLang="en-US" sz="2400"/>
              <a:t>木構造</a:t>
            </a:r>
          </a:p>
        </p:txBody>
      </p:sp>
      <p:sp>
        <p:nvSpPr>
          <p:cNvPr id="15" name="テキスト ボックス 14">
            <a:extLst>
              <a:ext uri="{FF2B5EF4-FFF2-40B4-BE49-F238E27FC236}">
                <a16:creationId xmlns:a16="http://schemas.microsoft.com/office/drawing/2014/main" id="{50476F57-029D-3A26-2F8C-B2F1CCD318C2}"/>
              </a:ext>
            </a:extLst>
          </p:cNvPr>
          <p:cNvSpPr txBox="1"/>
          <p:nvPr/>
        </p:nvSpPr>
        <p:spPr>
          <a:xfrm>
            <a:off x="6646305" y="3418989"/>
            <a:ext cx="800219" cy="461665"/>
          </a:xfrm>
          <a:prstGeom prst="rect">
            <a:avLst/>
          </a:prstGeom>
          <a:noFill/>
          <a:ln>
            <a:solidFill>
              <a:schemeClr val="accent1">
                <a:shade val="15000"/>
              </a:schemeClr>
            </a:solidFill>
          </a:ln>
        </p:spPr>
        <p:txBody>
          <a:bodyPr wrap="none" rtlCol="0">
            <a:spAutoFit/>
          </a:bodyPr>
          <a:lstStyle/>
          <a:p>
            <a:r>
              <a:rPr lang="ja-JP" altLang="en-US" sz="2400"/>
              <a:t>配列</a:t>
            </a:r>
          </a:p>
        </p:txBody>
      </p:sp>
      <p:sp>
        <p:nvSpPr>
          <p:cNvPr id="16" name="テキスト ボックス 15">
            <a:extLst>
              <a:ext uri="{FF2B5EF4-FFF2-40B4-BE49-F238E27FC236}">
                <a16:creationId xmlns:a16="http://schemas.microsoft.com/office/drawing/2014/main" id="{12F59315-0CDC-5ACF-E5B4-21882248F27E}"/>
              </a:ext>
            </a:extLst>
          </p:cNvPr>
          <p:cNvSpPr txBox="1"/>
          <p:nvPr/>
        </p:nvSpPr>
        <p:spPr>
          <a:xfrm>
            <a:off x="7711513" y="5998767"/>
            <a:ext cx="2492990" cy="646331"/>
          </a:xfrm>
          <a:prstGeom prst="rect">
            <a:avLst/>
          </a:prstGeom>
          <a:noFill/>
        </p:spPr>
        <p:txBody>
          <a:bodyPr wrap="none" rtlCol="0">
            <a:spAutoFit/>
          </a:bodyPr>
          <a:lstStyle/>
          <a:p>
            <a:r>
              <a:rPr lang="en-US" altLang="ja-JP" dirty="0"/>
              <a:t>index</a:t>
            </a:r>
            <a:r>
              <a:rPr lang="ja-JP" altLang="en-US"/>
              <a:t>番号が</a:t>
            </a:r>
            <a:r>
              <a:rPr lang="en-US" altLang="ja-JP" dirty="0"/>
              <a:t>1</a:t>
            </a:r>
            <a:r>
              <a:rPr lang="ja-JP" altLang="en-US"/>
              <a:t>の場所に</a:t>
            </a:r>
            <a:endParaRPr lang="en-US" altLang="ja-JP" dirty="0"/>
          </a:p>
          <a:p>
            <a:r>
              <a:rPr lang="en-US" altLang="ja-JP" dirty="0" err="1"/>
              <a:t>kd</a:t>
            </a:r>
            <a:r>
              <a:rPr lang="en-US" altLang="ja-JP" dirty="0"/>
              <a:t>-tree</a:t>
            </a:r>
            <a:r>
              <a:rPr lang="ja-JP" altLang="en-US"/>
              <a:t>の根を格納</a:t>
            </a:r>
          </a:p>
        </p:txBody>
      </p:sp>
      <p:cxnSp>
        <p:nvCxnSpPr>
          <p:cNvPr id="17" name="Google Shape;463;g254a6bbbaed_0_272">
            <a:extLst>
              <a:ext uri="{FF2B5EF4-FFF2-40B4-BE49-F238E27FC236}">
                <a16:creationId xmlns:a16="http://schemas.microsoft.com/office/drawing/2014/main" id="{C5C1F8C8-FAD8-21E7-C449-07B24D2FDBB9}"/>
              </a:ext>
            </a:extLst>
          </p:cNvPr>
          <p:cNvCxnSpPr>
            <a:cxnSpLocks/>
          </p:cNvCxnSpPr>
          <p:nvPr/>
        </p:nvCxnSpPr>
        <p:spPr>
          <a:xfrm>
            <a:off x="8335145" y="5256900"/>
            <a:ext cx="297372" cy="788066"/>
          </a:xfrm>
          <a:prstGeom prst="straightConnector1">
            <a:avLst/>
          </a:prstGeom>
          <a:noFill/>
          <a:ln w="31750" cap="flat" cmpd="sng">
            <a:solidFill>
              <a:schemeClr val="dk2"/>
            </a:solidFill>
            <a:prstDash val="solid"/>
            <a:round/>
            <a:headEnd type="stealth" w="med" len="med"/>
            <a:tailEnd type="none" w="med" len="med"/>
          </a:ln>
        </p:spPr>
      </p:cxn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88"/>
        <p:cNvGrpSpPr/>
        <p:nvPr/>
      </p:nvGrpSpPr>
      <p:grpSpPr>
        <a:xfrm>
          <a:off x="0" y="0"/>
          <a:ext cx="0" cy="0"/>
          <a:chOff x="0" y="0"/>
          <a:chExt cx="0" cy="0"/>
        </a:xfrm>
      </p:grpSpPr>
      <p:sp>
        <p:nvSpPr>
          <p:cNvPr id="389" name="Google Shape;389;g254a6bbbaed_0_272"/>
          <p:cNvSpPr txBox="1">
            <a:spLocks noGrp="1"/>
          </p:cNvSpPr>
          <p:nvPr>
            <p:ph type="title"/>
          </p:nvPr>
        </p:nvSpPr>
        <p:spPr>
          <a:xfrm>
            <a:off x="277895" y="109030"/>
            <a:ext cx="9778315" cy="667131"/>
          </a:xfrm>
        </p:spPr>
        <p:txBody>
          <a:bodyPr spcFirstLastPara="1" vert="horz" wrap="square" lIns="91425" tIns="45700" rIns="91425" bIns="45700" rtlCol="0" anchor="ctr" anchorCtr="0">
            <a:normAutofit fontScale="90000"/>
          </a:bodyPr>
          <a:lstStyle/>
          <a:p>
            <a:r>
              <a:rPr lang="en" altLang="ja-JP">
                <a:latin typeface="Courier New" panose="02070309020205020404" pitchFamily="49" charset="0"/>
                <a:cs typeface="Courier New" panose="02070309020205020404" pitchFamily="49" charset="0"/>
              </a:rPr>
              <a:t>kd-tree</a:t>
            </a:r>
            <a:r>
              <a:rPr lang="ja-JP" altLang="en">
                <a:latin typeface="Courier New" panose="02070309020205020404" pitchFamily="49" charset="0"/>
                <a:cs typeface="Courier New" panose="02070309020205020404" pitchFamily="49" charset="0"/>
              </a:rPr>
              <a:t>：</a:t>
            </a:r>
            <a:r>
              <a:rPr lang="ja-JP" altLang="en-US">
                <a:latin typeface="Courier New" panose="02070309020205020404" pitchFamily="49" charset="0"/>
                <a:cs typeface="Courier New" panose="02070309020205020404" pitchFamily="49" charset="0"/>
              </a:rPr>
              <a:t>演習</a:t>
            </a:r>
            <a:endParaRPr lang="ja-JP" altLang="en-US" dirty="0">
              <a:latin typeface="Courier New" panose="02070309020205020404" pitchFamily="49" charset="0"/>
              <a:cs typeface="Courier New" panose="02070309020205020404" pitchFamily="49" charset="0"/>
            </a:endParaRPr>
          </a:p>
        </p:txBody>
      </p:sp>
      <p:sp>
        <p:nvSpPr>
          <p:cNvPr id="5" name="Google Shape;480;g22ece6e305a_2_24">
            <a:extLst>
              <a:ext uri="{FF2B5EF4-FFF2-40B4-BE49-F238E27FC236}">
                <a16:creationId xmlns:a16="http://schemas.microsoft.com/office/drawing/2014/main" id="{2558DC36-8CE8-6479-8104-0EC2D97F1890}"/>
              </a:ext>
            </a:extLst>
          </p:cNvPr>
          <p:cNvSpPr txBox="1">
            <a:spLocks noGrp="1"/>
          </p:cNvSpPr>
          <p:nvPr>
            <p:ph type="body" idx="1"/>
          </p:nvPr>
        </p:nvSpPr>
        <p:spPr>
          <a:xfrm>
            <a:off x="277894" y="994018"/>
            <a:ext cx="11614847" cy="5195455"/>
          </a:xfrm>
        </p:spPr>
        <p:txBody>
          <a:bodyPr spcFirstLastPara="1" vert="horz" wrap="square" lIns="91425" tIns="45700" rIns="91425" bIns="45700" rtlCol="0" anchor="t" anchorCtr="0">
            <a:normAutofit/>
          </a:bodyPr>
          <a:lstStyle/>
          <a:p>
            <a:r>
              <a:rPr lang="en-US" altLang="ja-JP" dirty="0"/>
              <a:t>【</a:t>
            </a:r>
            <a:r>
              <a:rPr lang="ja-JP" altLang="en-US"/>
              <a:t>演習</a:t>
            </a:r>
            <a:r>
              <a:rPr lang="en-US" altLang="ja-JP" dirty="0"/>
              <a:t>】</a:t>
            </a:r>
            <a:r>
              <a:rPr lang="en" altLang="ja-JP" dirty="0"/>
              <a:t>kd_tree2.cpp</a:t>
            </a:r>
            <a:endParaRPr lang="en" dirty="0"/>
          </a:p>
          <a:p>
            <a:pPr lvl="1"/>
            <a:r>
              <a:rPr lang="ja-JP" altLang="en-US"/>
              <a:t>暫定的な最近傍を見つけよう！</a:t>
            </a:r>
            <a:r>
              <a:rPr lang="en-US" altLang="ja-JP" dirty="0"/>
              <a:t>(</a:t>
            </a:r>
            <a:r>
              <a:rPr lang="ja-JP" altLang="en-US"/>
              <a:t>参考</a:t>
            </a:r>
            <a:r>
              <a:rPr lang="en-US" altLang="ja-JP" dirty="0"/>
              <a:t>: </a:t>
            </a:r>
            <a:r>
              <a:rPr lang="en" altLang="ja-JP" dirty="0"/>
              <a:t>p11)</a:t>
            </a:r>
            <a:endParaRPr lang="en" dirty="0"/>
          </a:p>
          <a:p>
            <a:endParaRPr lang="en" dirty="0"/>
          </a:p>
          <a:p>
            <a:pPr lvl="1">
              <a:buFont typeface="Wingdings" pitchFamily="2" charset="2"/>
              <a:buChar char="Ø"/>
            </a:pPr>
            <a:r>
              <a:rPr lang="ja-JP" altLang="en-US"/>
              <a:t>まずは先程の</a:t>
            </a:r>
            <a:r>
              <a:rPr lang="en" altLang="ja-JP" dirty="0" err="1"/>
              <a:t>buildTree</a:t>
            </a:r>
            <a:r>
              <a:rPr lang="ja-JP" altLang="en-US"/>
              <a:t>関数のコードを貼り付け</a:t>
            </a:r>
            <a:endParaRPr lang="ja-JP" altLang="en-US" dirty="0"/>
          </a:p>
          <a:p>
            <a:pPr lvl="1">
              <a:buFont typeface="Wingdings" pitchFamily="2" charset="2"/>
              <a:buChar char="Ø"/>
            </a:pPr>
            <a:r>
              <a:rPr lang="en" altLang="ja-JP" dirty="0" err="1">
                <a:solidFill>
                  <a:srgbClr val="FF0000"/>
                </a:solidFill>
              </a:rPr>
              <a:t>searchTentativeNearestNode</a:t>
            </a:r>
            <a:r>
              <a:rPr lang="ja-JP" altLang="en-US">
                <a:solidFill>
                  <a:srgbClr val="FF0000"/>
                </a:solidFill>
              </a:rPr>
              <a:t>関数の一部を実装</a:t>
            </a:r>
            <a:endParaRPr lang="ja-JP" altLang="en-US" dirty="0">
              <a:solidFill>
                <a:srgbClr val="FF0000"/>
              </a:solidFill>
            </a:endParaRPr>
          </a:p>
        </p:txBody>
      </p:sp>
      <p:sp>
        <p:nvSpPr>
          <p:cNvPr id="391" name="Google Shape;391;g254a6bbbaed_0_272"/>
          <p:cNvSpPr txBox="1">
            <a:spLocks noGrp="1"/>
          </p:cNvSpPr>
          <p:nvPr>
            <p:ph type="sldNum" idx="12"/>
          </p:nvPr>
        </p:nvSpPr>
        <p:spPr>
          <a:xfrm>
            <a:off x="11444346" y="-71929"/>
            <a:ext cx="896789" cy="476682"/>
          </a:xfrm>
        </p:spPr>
        <p:txBody>
          <a:bodyPr spcFirstLastPara="1" vert="horz" wrap="square" lIns="91425" tIns="45700" rIns="91425" bIns="45700" rtlCol="0" anchor="ctr" anchorCtr="0">
            <a:noAutofit/>
          </a:bodyPr>
          <a:lstStyle/>
          <a:p>
            <a:fld id="{00000000-1234-1234-1234-123412341234}" type="slidenum">
              <a:rPr lang="en-US" altLang="ja-JP"/>
              <a:pPr/>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96"/>
        <p:cNvGrpSpPr/>
        <p:nvPr/>
      </p:nvGrpSpPr>
      <p:grpSpPr>
        <a:xfrm>
          <a:off x="0" y="0"/>
          <a:ext cx="0" cy="0"/>
          <a:chOff x="0" y="0"/>
          <a:chExt cx="0" cy="0"/>
        </a:xfrm>
      </p:grpSpPr>
      <p:sp>
        <p:nvSpPr>
          <p:cNvPr id="397" name="Google Shape;397;g254a6bbbaed_0_8"/>
          <p:cNvSpPr txBox="1">
            <a:spLocks noGrp="1"/>
          </p:cNvSpPr>
          <p:nvPr>
            <p:ph type="title"/>
          </p:nvPr>
        </p:nvSpPr>
        <p:spPr>
          <a:xfrm>
            <a:off x="277895" y="109030"/>
            <a:ext cx="9778315" cy="667131"/>
          </a:xfrm>
        </p:spPr>
        <p:txBody>
          <a:bodyPr spcFirstLastPara="1" vert="horz" wrap="square" lIns="91425" tIns="45700" rIns="91425" bIns="45700" rtlCol="0" anchor="ctr" anchorCtr="0">
            <a:noAutofit/>
          </a:bodyPr>
          <a:lstStyle/>
          <a:p>
            <a:r>
              <a:rPr lang="ja-JP" altLang="en-US"/>
              <a:t>ハッシングによる近似最近傍探索</a:t>
            </a:r>
          </a:p>
        </p:txBody>
      </p:sp>
      <p:sp>
        <p:nvSpPr>
          <p:cNvPr id="6" name="Google Shape;467;g254a6bbbaed_0_8">
            <a:extLst>
              <a:ext uri="{FF2B5EF4-FFF2-40B4-BE49-F238E27FC236}">
                <a16:creationId xmlns:a16="http://schemas.microsoft.com/office/drawing/2014/main" id="{12C40022-697D-CDBE-E0A1-0E97EDB4CAC6}"/>
              </a:ext>
            </a:extLst>
          </p:cNvPr>
          <p:cNvSpPr txBox="1">
            <a:spLocks noGrp="1"/>
          </p:cNvSpPr>
          <p:nvPr>
            <p:ph type="body" idx="1"/>
          </p:nvPr>
        </p:nvSpPr>
        <p:spPr>
          <a:xfrm>
            <a:off x="277894" y="994018"/>
            <a:ext cx="11614847" cy="5195455"/>
          </a:xfrm>
        </p:spPr>
        <p:txBody>
          <a:bodyPr spcFirstLastPara="1" vert="horz" wrap="square" lIns="91425" tIns="45700" rIns="91425" bIns="45700" rtlCol="0" anchor="t" anchorCtr="0">
            <a:normAutofit fontScale="70000" lnSpcReduction="20000"/>
          </a:bodyPr>
          <a:lstStyle/>
          <a:p>
            <a:pPr>
              <a:lnSpc>
                <a:spcPct val="120000"/>
              </a:lnSpc>
            </a:pPr>
            <a:r>
              <a:rPr lang="ja-JP" altLang="en-US"/>
              <a:t>入力データからハッシュ関数によりハッシュ値を得る事</a:t>
            </a:r>
            <a:endParaRPr lang="ja-JP" altLang="en-US" dirty="0"/>
          </a:p>
          <a:p>
            <a:pPr>
              <a:lnSpc>
                <a:spcPct val="120000"/>
              </a:lnSpc>
            </a:pPr>
            <a:endParaRPr lang="ja-JP" altLang="en-US" dirty="0"/>
          </a:p>
          <a:p>
            <a:pPr>
              <a:lnSpc>
                <a:spcPct val="120000"/>
              </a:lnSpc>
            </a:pPr>
            <a:r>
              <a:rPr lang="ja-JP" altLang="en-US"/>
              <a:t>ハッシュ関数</a:t>
            </a:r>
            <a:endParaRPr lang="ja-JP" altLang="en-US" dirty="0"/>
          </a:p>
          <a:p>
            <a:pPr lvl="1">
              <a:lnSpc>
                <a:spcPct val="120000"/>
              </a:lnSpc>
            </a:pPr>
            <a:r>
              <a:rPr lang="ja-JP" altLang="en-US"/>
              <a:t>同一または類似したデータでは</a:t>
            </a:r>
            <a:br>
              <a:rPr lang="en-US" altLang="ja-JP" dirty="0"/>
            </a:br>
            <a:r>
              <a:rPr lang="ja-JP" altLang="en-US"/>
              <a:t>同じハッシュ値を出力</a:t>
            </a:r>
            <a:endParaRPr lang="ja-JP" altLang="en-US" dirty="0"/>
          </a:p>
          <a:p>
            <a:pPr lvl="1">
              <a:lnSpc>
                <a:spcPct val="120000"/>
              </a:lnSpc>
            </a:pPr>
            <a:r>
              <a:rPr lang="ja-JP" altLang="en-US"/>
              <a:t>類似していないデータでは異なる</a:t>
            </a:r>
            <a:br>
              <a:rPr lang="en-US" altLang="ja-JP" dirty="0"/>
            </a:br>
            <a:r>
              <a:rPr lang="ja-JP" altLang="en-US"/>
              <a:t>ハッシュ値を出力</a:t>
            </a:r>
            <a:endParaRPr lang="ja-JP" altLang="en-US" dirty="0"/>
          </a:p>
          <a:p>
            <a:pPr>
              <a:lnSpc>
                <a:spcPct val="120000"/>
              </a:lnSpc>
            </a:pPr>
            <a:endParaRPr lang="ja-JP" altLang="en-US" dirty="0"/>
          </a:p>
          <a:p>
            <a:pPr>
              <a:lnSpc>
                <a:spcPct val="120000"/>
              </a:lnSpc>
            </a:pPr>
            <a:endParaRPr lang="ja-JP" altLang="en-US" dirty="0"/>
          </a:p>
          <a:p>
            <a:pPr>
              <a:lnSpc>
                <a:spcPct val="120000"/>
              </a:lnSpc>
            </a:pPr>
            <a:r>
              <a:rPr lang="en" altLang="ja-JP" dirty="0"/>
              <a:t>NN</a:t>
            </a:r>
            <a:r>
              <a:rPr lang="ja-JP" altLang="en-US"/>
              <a:t>法と比べ計算量やメモリが小さく</a:t>
            </a:r>
            <a:br>
              <a:rPr lang="en-US" altLang="ja-JP" dirty="0"/>
            </a:br>
            <a:r>
              <a:rPr lang="ja-JP" altLang="en-US"/>
              <a:t>できるという特徴</a:t>
            </a:r>
            <a:endParaRPr lang="ja-JP" altLang="en-US" dirty="0"/>
          </a:p>
        </p:txBody>
      </p:sp>
      <p:sp>
        <p:nvSpPr>
          <p:cNvPr id="399" name="Google Shape;399;g254a6bbbaed_0_8"/>
          <p:cNvSpPr txBox="1">
            <a:spLocks noGrp="1"/>
          </p:cNvSpPr>
          <p:nvPr>
            <p:ph type="sldNum" idx="12"/>
          </p:nvPr>
        </p:nvSpPr>
        <p:spPr>
          <a:xfrm>
            <a:off x="11444346" y="-71929"/>
            <a:ext cx="896789" cy="476682"/>
          </a:xfrm>
        </p:spPr>
        <p:txBody>
          <a:bodyPr spcFirstLastPara="1" vert="horz" wrap="square" lIns="91425" tIns="45700" rIns="91425" bIns="45700" rtlCol="0" anchor="ctr" anchorCtr="0">
            <a:noAutofit/>
          </a:bodyPr>
          <a:lstStyle/>
          <a:p>
            <a:fld id="{00000000-1234-1234-1234-123412341234}" type="slidenum">
              <a:rPr lang="en-US" altLang="ja-JP"/>
              <a:pPr/>
              <a:t>17</a:t>
            </a:fld>
            <a:endParaRPr lang="en-US"/>
          </a:p>
        </p:txBody>
      </p:sp>
      <p:sp>
        <p:nvSpPr>
          <p:cNvPr id="7" name="Google Shape;469;g254a6bbbaed_0_8">
            <a:extLst>
              <a:ext uri="{FF2B5EF4-FFF2-40B4-BE49-F238E27FC236}">
                <a16:creationId xmlns:a16="http://schemas.microsoft.com/office/drawing/2014/main" id="{0AEB3B58-7540-B007-989D-6D63853F7690}"/>
              </a:ext>
            </a:extLst>
          </p:cNvPr>
          <p:cNvSpPr/>
          <p:nvPr/>
        </p:nvSpPr>
        <p:spPr>
          <a:xfrm>
            <a:off x="7063669" y="1620075"/>
            <a:ext cx="4498500" cy="5195400"/>
          </a:xfrm>
          <a:prstGeom prst="rect">
            <a:avLst/>
          </a:prstGeom>
          <a:solidFill>
            <a:srgbClr val="D9D9D9"/>
          </a:solidFill>
          <a:ln w="9525" cap="flat" cmpd="sng">
            <a:solidFill>
              <a:schemeClr val="dk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sz="1700" b="1"/>
          </a:p>
        </p:txBody>
      </p:sp>
      <p:cxnSp>
        <p:nvCxnSpPr>
          <p:cNvPr id="8" name="Google Shape;470;g254a6bbbaed_0_8">
            <a:extLst>
              <a:ext uri="{FF2B5EF4-FFF2-40B4-BE49-F238E27FC236}">
                <a16:creationId xmlns:a16="http://schemas.microsoft.com/office/drawing/2014/main" id="{10A77B74-C0AB-8F15-9C74-21A969000C87}"/>
              </a:ext>
            </a:extLst>
          </p:cNvPr>
          <p:cNvCxnSpPr/>
          <p:nvPr/>
        </p:nvCxnSpPr>
        <p:spPr>
          <a:xfrm>
            <a:off x="7258069" y="3912975"/>
            <a:ext cx="4109700" cy="0"/>
          </a:xfrm>
          <a:prstGeom prst="straightConnector1">
            <a:avLst/>
          </a:prstGeom>
          <a:noFill/>
          <a:ln w="9525" cap="flat" cmpd="sng">
            <a:solidFill>
              <a:schemeClr val="dk2"/>
            </a:solidFill>
            <a:prstDash val="dash"/>
            <a:round/>
            <a:headEnd type="none" w="med" len="med"/>
            <a:tailEnd type="none" w="med" len="med"/>
          </a:ln>
        </p:spPr>
      </p:cxnSp>
      <p:sp>
        <p:nvSpPr>
          <p:cNvPr id="9" name="Google Shape;471;g254a6bbbaed_0_8">
            <a:extLst>
              <a:ext uri="{FF2B5EF4-FFF2-40B4-BE49-F238E27FC236}">
                <a16:creationId xmlns:a16="http://schemas.microsoft.com/office/drawing/2014/main" id="{5C04A8D4-F1EB-3AC9-73B3-D1359BC55C14}"/>
              </a:ext>
            </a:extLst>
          </p:cNvPr>
          <p:cNvSpPr txBox="1"/>
          <p:nvPr/>
        </p:nvSpPr>
        <p:spPr>
          <a:xfrm>
            <a:off x="7063669" y="1620075"/>
            <a:ext cx="2320200" cy="461700"/>
          </a:xfrm>
          <a:prstGeom prst="rect">
            <a:avLst/>
          </a:prstGeom>
          <a:noFill/>
          <a:ln>
            <a:noFill/>
          </a:ln>
        </p:spPr>
        <p:txBody>
          <a:bodyPr spcFirstLastPara="1" wrap="square" lIns="91425" tIns="91425" rIns="91425" bIns="91425" anchor="t" anchorCtr="0">
            <a:spAutoFit/>
          </a:bodyPr>
          <a:lstStyle/>
          <a:p>
            <a:r>
              <a:rPr lang="en-US" altLang="ja-JP">
                <a:latin typeface="Calibri"/>
                <a:ea typeface="Calibri"/>
                <a:cs typeface="Calibri"/>
                <a:sym typeface="Calibri"/>
              </a:rPr>
              <a:t>[a]</a:t>
            </a:r>
            <a:r>
              <a:rPr lang="ja-JP" altLang="en-US">
                <a:latin typeface="Calibri"/>
                <a:ea typeface="Calibri"/>
                <a:cs typeface="Calibri"/>
                <a:sym typeface="Calibri"/>
              </a:rPr>
              <a:t>ハッシュ表の作成</a:t>
            </a:r>
            <a:endParaRPr>
              <a:latin typeface="Calibri"/>
              <a:ea typeface="Calibri"/>
              <a:cs typeface="Calibri"/>
              <a:sym typeface="Calibri"/>
            </a:endParaRPr>
          </a:p>
        </p:txBody>
      </p:sp>
      <p:sp>
        <p:nvSpPr>
          <p:cNvPr id="10" name="Google Shape;472;g254a6bbbaed_0_8">
            <a:extLst>
              <a:ext uri="{FF2B5EF4-FFF2-40B4-BE49-F238E27FC236}">
                <a16:creationId xmlns:a16="http://schemas.microsoft.com/office/drawing/2014/main" id="{C8A033AD-7ADC-ED77-E5CA-8747332AE7FF}"/>
              </a:ext>
            </a:extLst>
          </p:cNvPr>
          <p:cNvSpPr txBox="1"/>
          <p:nvPr/>
        </p:nvSpPr>
        <p:spPr>
          <a:xfrm>
            <a:off x="7063669" y="4217775"/>
            <a:ext cx="1962900" cy="738900"/>
          </a:xfrm>
          <a:prstGeom prst="rect">
            <a:avLst/>
          </a:prstGeom>
          <a:noFill/>
          <a:ln>
            <a:noFill/>
          </a:ln>
        </p:spPr>
        <p:txBody>
          <a:bodyPr spcFirstLastPara="1" wrap="square" lIns="91425" tIns="91425" rIns="91425" bIns="91425" anchor="t" anchorCtr="0">
            <a:spAutoFit/>
          </a:bodyPr>
          <a:lstStyle/>
          <a:p>
            <a:r>
              <a:rPr lang="en-US" altLang="ja-JP">
                <a:latin typeface="Calibri"/>
                <a:ea typeface="Calibri"/>
                <a:cs typeface="Calibri"/>
                <a:sym typeface="Calibri"/>
              </a:rPr>
              <a:t>[b]</a:t>
            </a:r>
            <a:r>
              <a:rPr lang="ja-JP" altLang="en-US">
                <a:latin typeface="Calibri"/>
                <a:ea typeface="Calibri"/>
                <a:cs typeface="Calibri"/>
                <a:sym typeface="Calibri"/>
              </a:rPr>
              <a:t>ハッシングに　よる探索</a:t>
            </a:r>
            <a:endParaRPr>
              <a:latin typeface="Calibri"/>
              <a:ea typeface="Calibri"/>
              <a:cs typeface="Calibri"/>
              <a:sym typeface="Calibri"/>
            </a:endParaRPr>
          </a:p>
        </p:txBody>
      </p:sp>
      <p:sp>
        <p:nvSpPr>
          <p:cNvPr id="11" name="Google Shape;473;g254a6bbbaed_0_8">
            <a:extLst>
              <a:ext uri="{FF2B5EF4-FFF2-40B4-BE49-F238E27FC236}">
                <a16:creationId xmlns:a16="http://schemas.microsoft.com/office/drawing/2014/main" id="{6A4553EC-B3B9-B16D-41D8-C02F1B60D37E}"/>
              </a:ext>
            </a:extLst>
          </p:cNvPr>
          <p:cNvSpPr txBox="1"/>
          <p:nvPr/>
        </p:nvSpPr>
        <p:spPr>
          <a:xfrm>
            <a:off x="9736344" y="1620875"/>
            <a:ext cx="1375800" cy="431100"/>
          </a:xfrm>
          <a:prstGeom prst="rect">
            <a:avLst/>
          </a:prstGeom>
          <a:noFill/>
          <a:ln>
            <a:noFill/>
          </a:ln>
        </p:spPr>
        <p:txBody>
          <a:bodyPr spcFirstLastPara="1" wrap="square" lIns="91425" tIns="91425" rIns="91425" bIns="91425" anchor="t" anchorCtr="0">
            <a:spAutoFit/>
          </a:bodyPr>
          <a:lstStyle/>
          <a:p>
            <a:pPr algn="ctr"/>
            <a:r>
              <a:rPr lang="ja-JP" altLang="en-US" sz="1600">
                <a:latin typeface="Calibri"/>
                <a:ea typeface="Calibri"/>
                <a:cs typeface="Calibri"/>
                <a:sym typeface="Calibri"/>
              </a:rPr>
              <a:t>登録データ</a:t>
            </a:r>
            <a:endParaRPr sz="1600">
              <a:latin typeface="Calibri"/>
              <a:ea typeface="Calibri"/>
              <a:cs typeface="Calibri"/>
              <a:sym typeface="Calibri"/>
            </a:endParaRPr>
          </a:p>
        </p:txBody>
      </p:sp>
      <p:sp>
        <p:nvSpPr>
          <p:cNvPr id="12" name="Google Shape;474;g254a6bbbaed_0_8">
            <a:extLst>
              <a:ext uri="{FF2B5EF4-FFF2-40B4-BE49-F238E27FC236}">
                <a16:creationId xmlns:a16="http://schemas.microsoft.com/office/drawing/2014/main" id="{CBB4B540-A61A-5AEF-3504-70BF7A53DA19}"/>
              </a:ext>
            </a:extLst>
          </p:cNvPr>
          <p:cNvSpPr/>
          <p:nvPr/>
        </p:nvSpPr>
        <p:spPr>
          <a:xfrm>
            <a:off x="9652194" y="1975400"/>
            <a:ext cx="1544100" cy="738900"/>
          </a:xfrm>
          <a:prstGeom prst="rect">
            <a:avLst/>
          </a:prstGeom>
          <a:solidFill>
            <a:schemeClr val="lt1"/>
          </a:solidFill>
          <a:ln w="9525" cap="flat" cmpd="sng">
            <a:solidFill>
              <a:schemeClr val="dk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sz="1700" b="1"/>
          </a:p>
        </p:txBody>
      </p:sp>
      <p:sp>
        <p:nvSpPr>
          <p:cNvPr id="13" name="Google Shape;475;g254a6bbbaed_0_8">
            <a:extLst>
              <a:ext uri="{FF2B5EF4-FFF2-40B4-BE49-F238E27FC236}">
                <a16:creationId xmlns:a16="http://schemas.microsoft.com/office/drawing/2014/main" id="{D1CF54C5-90B4-8C9F-9057-0A4CF1904A6A}"/>
              </a:ext>
            </a:extLst>
          </p:cNvPr>
          <p:cNvSpPr/>
          <p:nvPr/>
        </p:nvSpPr>
        <p:spPr>
          <a:xfrm>
            <a:off x="9736344" y="3199338"/>
            <a:ext cx="1375800" cy="381000"/>
          </a:xfrm>
          <a:prstGeom prst="rect">
            <a:avLst/>
          </a:prstGeom>
          <a:solidFill>
            <a:schemeClr val="lt1"/>
          </a:solidFill>
          <a:ln w="9525" cap="flat" cmpd="sng">
            <a:solidFill>
              <a:schemeClr val="dk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algn="ctr"/>
            <a:r>
              <a:rPr lang="ja-JP" altLang="en-US" sz="1500" b="1"/>
              <a:t>ハッシュ関数</a:t>
            </a:r>
            <a:endParaRPr sz="1500" b="1"/>
          </a:p>
        </p:txBody>
      </p:sp>
      <p:sp>
        <p:nvSpPr>
          <p:cNvPr id="14" name="Google Shape;476;g254a6bbbaed_0_8">
            <a:extLst>
              <a:ext uri="{FF2B5EF4-FFF2-40B4-BE49-F238E27FC236}">
                <a16:creationId xmlns:a16="http://schemas.microsoft.com/office/drawing/2014/main" id="{B1C7CF30-3B2B-B469-92AF-8DFA8ADA81E0}"/>
              </a:ext>
            </a:extLst>
          </p:cNvPr>
          <p:cNvSpPr/>
          <p:nvPr/>
        </p:nvSpPr>
        <p:spPr>
          <a:xfrm>
            <a:off x="9736344" y="2051975"/>
            <a:ext cx="245100" cy="2451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15" name="Google Shape;477;g254a6bbbaed_0_8">
            <a:extLst>
              <a:ext uri="{FF2B5EF4-FFF2-40B4-BE49-F238E27FC236}">
                <a16:creationId xmlns:a16="http://schemas.microsoft.com/office/drawing/2014/main" id="{C388BB52-5DCD-5436-FB31-50AB6C8301B5}"/>
              </a:ext>
            </a:extLst>
          </p:cNvPr>
          <p:cNvSpPr/>
          <p:nvPr/>
        </p:nvSpPr>
        <p:spPr>
          <a:xfrm>
            <a:off x="10085194" y="2051975"/>
            <a:ext cx="245100" cy="245100"/>
          </a:xfrm>
          <a:prstGeom prst="ellipse">
            <a:avLst/>
          </a:prstGeom>
          <a:solidFill>
            <a:schemeClr val="accen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16" name="Google Shape;478;g254a6bbbaed_0_8">
            <a:extLst>
              <a:ext uri="{FF2B5EF4-FFF2-40B4-BE49-F238E27FC236}">
                <a16:creationId xmlns:a16="http://schemas.microsoft.com/office/drawing/2014/main" id="{4D022939-DB21-DA0A-6AA8-A5DFBF9983EF}"/>
              </a:ext>
            </a:extLst>
          </p:cNvPr>
          <p:cNvSpPr/>
          <p:nvPr/>
        </p:nvSpPr>
        <p:spPr>
          <a:xfrm>
            <a:off x="10434044" y="2051975"/>
            <a:ext cx="245100" cy="245100"/>
          </a:xfrm>
          <a:prstGeom prst="ellipse">
            <a:avLst/>
          </a:prstGeom>
          <a:solidFill>
            <a:srgbClr val="4A86E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17" name="Google Shape;479;g254a6bbbaed_0_8">
            <a:extLst>
              <a:ext uri="{FF2B5EF4-FFF2-40B4-BE49-F238E27FC236}">
                <a16:creationId xmlns:a16="http://schemas.microsoft.com/office/drawing/2014/main" id="{56B0F633-AD46-DB65-C9A0-3130C62997FD}"/>
              </a:ext>
            </a:extLst>
          </p:cNvPr>
          <p:cNvSpPr/>
          <p:nvPr/>
        </p:nvSpPr>
        <p:spPr>
          <a:xfrm>
            <a:off x="10782894" y="2051975"/>
            <a:ext cx="245100" cy="245100"/>
          </a:xfrm>
          <a:prstGeom prst="ellipse">
            <a:avLst/>
          </a:prstGeom>
          <a:solidFill>
            <a:srgbClr val="FFFF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18" name="Google Shape;480;g254a6bbbaed_0_8">
            <a:extLst>
              <a:ext uri="{FF2B5EF4-FFF2-40B4-BE49-F238E27FC236}">
                <a16:creationId xmlns:a16="http://schemas.microsoft.com/office/drawing/2014/main" id="{62466B49-9423-F586-24B6-AB2C7D2BC557}"/>
              </a:ext>
            </a:extLst>
          </p:cNvPr>
          <p:cNvSpPr/>
          <p:nvPr/>
        </p:nvSpPr>
        <p:spPr>
          <a:xfrm>
            <a:off x="9736344" y="2392300"/>
            <a:ext cx="245100" cy="245100"/>
          </a:xfrm>
          <a:prstGeom prst="ellipse">
            <a:avLst/>
          </a:prstGeom>
          <a:solidFill>
            <a:schemeClr val="accent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19" name="Google Shape;481;g254a6bbbaed_0_8">
            <a:extLst>
              <a:ext uri="{FF2B5EF4-FFF2-40B4-BE49-F238E27FC236}">
                <a16:creationId xmlns:a16="http://schemas.microsoft.com/office/drawing/2014/main" id="{4E657A39-6B57-2D58-B1E1-80ED13650D7A}"/>
              </a:ext>
            </a:extLst>
          </p:cNvPr>
          <p:cNvSpPr/>
          <p:nvPr/>
        </p:nvSpPr>
        <p:spPr>
          <a:xfrm>
            <a:off x="10085194" y="2392300"/>
            <a:ext cx="245100" cy="245100"/>
          </a:xfrm>
          <a:prstGeom prst="ellipse">
            <a:avLst/>
          </a:prstGeom>
          <a:solidFill>
            <a:srgbClr val="8E7CC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20" name="Google Shape;482;g254a6bbbaed_0_8">
            <a:extLst>
              <a:ext uri="{FF2B5EF4-FFF2-40B4-BE49-F238E27FC236}">
                <a16:creationId xmlns:a16="http://schemas.microsoft.com/office/drawing/2014/main" id="{DB996704-F462-78D0-F45E-BFF3B711DACB}"/>
              </a:ext>
            </a:extLst>
          </p:cNvPr>
          <p:cNvSpPr/>
          <p:nvPr/>
        </p:nvSpPr>
        <p:spPr>
          <a:xfrm>
            <a:off x="10434044" y="2392300"/>
            <a:ext cx="245100" cy="245100"/>
          </a:xfrm>
          <a:prstGeom prst="ellipse">
            <a:avLst/>
          </a:prstGeom>
          <a:solidFill>
            <a:srgbClr val="0B539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21" name="Google Shape;483;g254a6bbbaed_0_8">
            <a:extLst>
              <a:ext uri="{FF2B5EF4-FFF2-40B4-BE49-F238E27FC236}">
                <a16:creationId xmlns:a16="http://schemas.microsoft.com/office/drawing/2014/main" id="{4855675C-4B33-4951-37A8-1B19B384BF08}"/>
              </a:ext>
            </a:extLst>
          </p:cNvPr>
          <p:cNvSpPr/>
          <p:nvPr/>
        </p:nvSpPr>
        <p:spPr>
          <a:xfrm>
            <a:off x="10782894" y="2392300"/>
            <a:ext cx="245100" cy="245100"/>
          </a:xfrm>
          <a:prstGeom prst="ellipse">
            <a:avLst/>
          </a:prstGeom>
          <a:solidFill>
            <a:srgbClr val="B6D7A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22" name="Google Shape;484;g254a6bbbaed_0_8">
            <a:extLst>
              <a:ext uri="{FF2B5EF4-FFF2-40B4-BE49-F238E27FC236}">
                <a16:creationId xmlns:a16="http://schemas.microsoft.com/office/drawing/2014/main" id="{56BB5190-2D70-3D95-8A91-A4452CCAAB64}"/>
              </a:ext>
            </a:extLst>
          </p:cNvPr>
          <p:cNvSpPr/>
          <p:nvPr/>
        </p:nvSpPr>
        <p:spPr>
          <a:xfrm>
            <a:off x="10220094" y="2804075"/>
            <a:ext cx="408300" cy="381000"/>
          </a:xfrm>
          <a:prstGeom prst="down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23" name="Google Shape;485;g254a6bbbaed_0_8">
            <a:extLst>
              <a:ext uri="{FF2B5EF4-FFF2-40B4-BE49-F238E27FC236}">
                <a16:creationId xmlns:a16="http://schemas.microsoft.com/office/drawing/2014/main" id="{D3E10400-55FC-5D8C-0C3B-F2ED653F9E39}"/>
              </a:ext>
            </a:extLst>
          </p:cNvPr>
          <p:cNvSpPr/>
          <p:nvPr/>
        </p:nvSpPr>
        <p:spPr>
          <a:xfrm>
            <a:off x="10220094" y="3692075"/>
            <a:ext cx="408300" cy="606600"/>
          </a:xfrm>
          <a:prstGeom prst="down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24" name="Google Shape;486;g254a6bbbaed_0_8">
            <a:extLst>
              <a:ext uri="{FF2B5EF4-FFF2-40B4-BE49-F238E27FC236}">
                <a16:creationId xmlns:a16="http://schemas.microsoft.com/office/drawing/2014/main" id="{91843D09-BAE7-243A-65F8-676FCE404A65}"/>
              </a:ext>
            </a:extLst>
          </p:cNvPr>
          <p:cNvSpPr/>
          <p:nvPr/>
        </p:nvSpPr>
        <p:spPr>
          <a:xfrm>
            <a:off x="7801519" y="5376100"/>
            <a:ext cx="1281000" cy="381000"/>
          </a:xfrm>
          <a:prstGeom prst="rect">
            <a:avLst/>
          </a:prstGeom>
          <a:solidFill>
            <a:schemeClr val="lt1"/>
          </a:solidFill>
          <a:ln w="9525" cap="flat" cmpd="sng">
            <a:solidFill>
              <a:schemeClr val="dk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algn="ctr"/>
            <a:r>
              <a:rPr lang="ja-JP" altLang="en-US" b="1"/>
              <a:t>ハッシュ関数</a:t>
            </a:r>
            <a:endParaRPr b="1"/>
          </a:p>
        </p:txBody>
      </p:sp>
      <p:sp>
        <p:nvSpPr>
          <p:cNvPr id="25" name="Google Shape;487;g254a6bbbaed_0_8">
            <a:extLst>
              <a:ext uri="{FF2B5EF4-FFF2-40B4-BE49-F238E27FC236}">
                <a16:creationId xmlns:a16="http://schemas.microsoft.com/office/drawing/2014/main" id="{27F1D624-AB47-BDB8-9F2A-8C595C3CB11A}"/>
              </a:ext>
            </a:extLst>
          </p:cNvPr>
          <p:cNvSpPr/>
          <p:nvPr/>
        </p:nvSpPr>
        <p:spPr>
          <a:xfrm>
            <a:off x="7166719" y="5444050"/>
            <a:ext cx="245100" cy="2451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cxnSp>
        <p:nvCxnSpPr>
          <p:cNvPr id="26" name="Google Shape;488;g254a6bbbaed_0_8">
            <a:extLst>
              <a:ext uri="{FF2B5EF4-FFF2-40B4-BE49-F238E27FC236}">
                <a16:creationId xmlns:a16="http://schemas.microsoft.com/office/drawing/2014/main" id="{83E7CE83-3DE6-7A2B-B427-1961D1594E63}"/>
              </a:ext>
            </a:extLst>
          </p:cNvPr>
          <p:cNvCxnSpPr/>
          <p:nvPr/>
        </p:nvCxnSpPr>
        <p:spPr>
          <a:xfrm rot="10800000" flipH="1">
            <a:off x="7411819" y="5565850"/>
            <a:ext cx="389700" cy="1500"/>
          </a:xfrm>
          <a:prstGeom prst="straightConnector1">
            <a:avLst/>
          </a:prstGeom>
          <a:noFill/>
          <a:ln w="28575" cap="flat" cmpd="sng">
            <a:solidFill>
              <a:schemeClr val="dk2"/>
            </a:solidFill>
            <a:prstDash val="solid"/>
            <a:round/>
            <a:headEnd type="none" w="med" len="med"/>
            <a:tailEnd type="stealth" w="med" len="med"/>
          </a:ln>
        </p:spPr>
      </p:cxnSp>
      <p:graphicFrame>
        <p:nvGraphicFramePr>
          <p:cNvPr id="27" name="Google Shape;489;g254a6bbbaed_0_8">
            <a:extLst>
              <a:ext uri="{FF2B5EF4-FFF2-40B4-BE49-F238E27FC236}">
                <a16:creationId xmlns:a16="http://schemas.microsoft.com/office/drawing/2014/main" id="{4D865FD4-844C-AB15-DE82-ED973E19B1A4}"/>
              </a:ext>
            </a:extLst>
          </p:cNvPr>
          <p:cNvGraphicFramePr/>
          <p:nvPr>
            <p:extLst>
              <p:ext uri="{D42A27DB-BD31-4B8C-83A1-F6EECF244321}">
                <p14:modId xmlns:p14="http://schemas.microsoft.com/office/powerpoint/2010/main" val="4049579314"/>
              </p:ext>
            </p:extLst>
          </p:nvPr>
        </p:nvGraphicFramePr>
        <p:xfrm>
          <a:off x="9442794" y="4298676"/>
          <a:ext cx="1962900" cy="2650555"/>
        </p:xfrm>
        <a:graphic>
          <a:graphicData uri="http://schemas.openxmlformats.org/drawingml/2006/table">
            <a:tbl>
              <a:tblPr>
                <a:noFill/>
              </a:tblPr>
              <a:tblGrid>
                <a:gridCol w="992100">
                  <a:extLst>
                    <a:ext uri="{9D8B030D-6E8A-4147-A177-3AD203B41FA5}">
                      <a16:colId xmlns:a16="http://schemas.microsoft.com/office/drawing/2014/main" val="20000"/>
                    </a:ext>
                  </a:extLst>
                </a:gridCol>
                <a:gridCol w="970800">
                  <a:extLst>
                    <a:ext uri="{9D8B030D-6E8A-4147-A177-3AD203B41FA5}">
                      <a16:colId xmlns:a16="http://schemas.microsoft.com/office/drawing/2014/main" val="20001"/>
                    </a:ext>
                  </a:extLst>
                </a:gridCol>
              </a:tblGrid>
              <a:tr h="410425">
                <a:tc>
                  <a:txBody>
                    <a:bodyPr/>
                    <a:lstStyle/>
                    <a:p>
                      <a:pPr marL="0" lvl="0" indent="0" algn="ctr" rtl="0">
                        <a:spcBef>
                          <a:spcPts val="0"/>
                        </a:spcBef>
                        <a:spcAft>
                          <a:spcPts val="0"/>
                        </a:spcAft>
                        <a:buNone/>
                      </a:pPr>
                      <a:r>
                        <a:rPr lang="ja-JP" sz="1200"/>
                        <a:t>ハッシュ値</a:t>
                      </a:r>
                      <a:endParaRPr sz="1200"/>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ja-JP" sz="1200"/>
                        <a:t>登録データ</a:t>
                      </a:r>
                      <a:endParaRPr sz="1200"/>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400050">
                <a:tc>
                  <a:txBody>
                    <a:bodyPr/>
                    <a:lstStyle/>
                    <a:p>
                      <a:pPr marL="0" lvl="0" indent="0" algn="ctr" rtl="0">
                        <a:spcBef>
                          <a:spcPts val="0"/>
                        </a:spcBef>
                        <a:spcAft>
                          <a:spcPts val="0"/>
                        </a:spcAft>
                        <a:buNone/>
                      </a:pPr>
                      <a:r>
                        <a:rPr lang="ja-JP"/>
                        <a:t>１</a:t>
                      </a:r>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400050">
                <a:tc>
                  <a:txBody>
                    <a:bodyPr/>
                    <a:lstStyle/>
                    <a:p>
                      <a:pPr marL="0" lvl="0" indent="0" algn="ctr" rtl="0">
                        <a:spcBef>
                          <a:spcPts val="0"/>
                        </a:spcBef>
                        <a:spcAft>
                          <a:spcPts val="0"/>
                        </a:spcAft>
                        <a:buNone/>
                      </a:pPr>
                      <a:r>
                        <a:rPr lang="ja-JP"/>
                        <a:t>２</a:t>
                      </a:r>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400050">
                <a:tc>
                  <a:txBody>
                    <a:bodyPr/>
                    <a:lstStyle/>
                    <a:p>
                      <a:pPr marL="0" lvl="0" indent="0" algn="ctr" rtl="0">
                        <a:spcBef>
                          <a:spcPts val="0"/>
                        </a:spcBef>
                        <a:spcAft>
                          <a:spcPts val="0"/>
                        </a:spcAft>
                        <a:buNone/>
                      </a:pPr>
                      <a:r>
                        <a:rPr lang="ja-JP"/>
                        <a:t>３</a:t>
                      </a:r>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400050">
                <a:tc>
                  <a:txBody>
                    <a:bodyPr/>
                    <a:lstStyle/>
                    <a:p>
                      <a:pPr marL="0" lvl="0" indent="0" algn="ctr" rtl="0">
                        <a:spcBef>
                          <a:spcPts val="0"/>
                        </a:spcBef>
                        <a:spcAft>
                          <a:spcPts val="0"/>
                        </a:spcAft>
                        <a:buNone/>
                      </a:pPr>
                      <a:r>
                        <a:rPr lang="ja-JP" sz="500" b="1"/>
                        <a:t>・</a:t>
                      </a:r>
                      <a:endParaRPr sz="500" b="1"/>
                    </a:p>
                    <a:p>
                      <a:pPr marL="0" lvl="0" indent="0" algn="ctr" rtl="0">
                        <a:spcBef>
                          <a:spcPts val="0"/>
                        </a:spcBef>
                        <a:spcAft>
                          <a:spcPts val="0"/>
                        </a:spcAft>
                        <a:buNone/>
                      </a:pPr>
                      <a:r>
                        <a:rPr lang="ja-JP" sz="500" b="1"/>
                        <a:t>・</a:t>
                      </a:r>
                      <a:endParaRPr sz="500" b="1"/>
                    </a:p>
                    <a:p>
                      <a:pPr marL="0" lvl="0" indent="0" algn="ctr" rtl="0">
                        <a:spcBef>
                          <a:spcPts val="0"/>
                        </a:spcBef>
                        <a:spcAft>
                          <a:spcPts val="0"/>
                        </a:spcAft>
                        <a:buNone/>
                      </a:pPr>
                      <a:r>
                        <a:rPr lang="ja-JP" sz="500" b="1"/>
                        <a:t>・</a:t>
                      </a:r>
                      <a:endParaRPr sz="500" b="1"/>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ja-JP" sz="500" b="1">
                          <a:solidFill>
                            <a:schemeClr val="dk1"/>
                          </a:solidFill>
                        </a:rPr>
                        <a:t>・</a:t>
                      </a:r>
                      <a:endParaRPr sz="500" b="1">
                        <a:solidFill>
                          <a:schemeClr val="dk1"/>
                        </a:solidFill>
                      </a:endParaRPr>
                    </a:p>
                    <a:p>
                      <a:pPr marL="0" lvl="0" indent="0" algn="ctr" rtl="0">
                        <a:spcBef>
                          <a:spcPts val="0"/>
                        </a:spcBef>
                        <a:spcAft>
                          <a:spcPts val="0"/>
                        </a:spcAft>
                        <a:buNone/>
                      </a:pPr>
                      <a:r>
                        <a:rPr lang="ja-JP" sz="500" b="1">
                          <a:solidFill>
                            <a:schemeClr val="dk1"/>
                          </a:solidFill>
                        </a:rPr>
                        <a:t>・</a:t>
                      </a:r>
                      <a:endParaRPr sz="500" b="1">
                        <a:solidFill>
                          <a:schemeClr val="dk1"/>
                        </a:solidFill>
                      </a:endParaRPr>
                    </a:p>
                    <a:p>
                      <a:pPr marL="0" lvl="0" indent="0" algn="ctr" rtl="0">
                        <a:spcBef>
                          <a:spcPts val="0"/>
                        </a:spcBef>
                        <a:spcAft>
                          <a:spcPts val="0"/>
                        </a:spcAft>
                        <a:buNone/>
                      </a:pPr>
                      <a:r>
                        <a:rPr lang="ja-JP" sz="500" b="1">
                          <a:solidFill>
                            <a:schemeClr val="dk1"/>
                          </a:solidFill>
                        </a:rPr>
                        <a:t>・</a:t>
                      </a:r>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400050">
                <a:tc>
                  <a:txBody>
                    <a:bodyPr/>
                    <a:lstStyle/>
                    <a:p>
                      <a:pPr marL="0" lvl="0" indent="0" algn="ctr" rtl="0">
                        <a:spcBef>
                          <a:spcPts val="0"/>
                        </a:spcBef>
                        <a:spcAft>
                          <a:spcPts val="0"/>
                        </a:spcAft>
                        <a:buNone/>
                      </a:pPr>
                      <a:r>
                        <a:rPr lang="ja-JP"/>
                        <a:t>M-1</a:t>
                      </a:r>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5"/>
                  </a:ext>
                </a:extLst>
              </a:tr>
            </a:tbl>
          </a:graphicData>
        </a:graphic>
      </p:graphicFrame>
      <p:sp>
        <p:nvSpPr>
          <p:cNvPr id="28" name="Google Shape;490;g254a6bbbaed_0_8">
            <a:extLst>
              <a:ext uri="{FF2B5EF4-FFF2-40B4-BE49-F238E27FC236}">
                <a16:creationId xmlns:a16="http://schemas.microsoft.com/office/drawing/2014/main" id="{9F27B05B-312C-02A8-140C-5431C5E9C1C9}"/>
              </a:ext>
            </a:extLst>
          </p:cNvPr>
          <p:cNvSpPr/>
          <p:nvPr/>
        </p:nvSpPr>
        <p:spPr>
          <a:xfrm>
            <a:off x="10502119" y="4766225"/>
            <a:ext cx="245100" cy="245100"/>
          </a:xfrm>
          <a:prstGeom prst="ellipse">
            <a:avLst/>
          </a:prstGeom>
          <a:solidFill>
            <a:srgbClr val="FFFF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29" name="Google Shape;491;g254a6bbbaed_0_8">
            <a:extLst>
              <a:ext uri="{FF2B5EF4-FFF2-40B4-BE49-F238E27FC236}">
                <a16:creationId xmlns:a16="http://schemas.microsoft.com/office/drawing/2014/main" id="{ECD2529D-A092-236D-F1A5-9AA970CA1848}"/>
              </a:ext>
            </a:extLst>
          </p:cNvPr>
          <p:cNvSpPr/>
          <p:nvPr/>
        </p:nvSpPr>
        <p:spPr>
          <a:xfrm>
            <a:off x="10502119" y="5188550"/>
            <a:ext cx="245100" cy="245100"/>
          </a:xfrm>
          <a:prstGeom prst="ellipse">
            <a:avLst/>
          </a:prstGeom>
          <a:solidFill>
            <a:schemeClr val="accen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30" name="Google Shape;492;g254a6bbbaed_0_8">
            <a:extLst>
              <a:ext uri="{FF2B5EF4-FFF2-40B4-BE49-F238E27FC236}">
                <a16:creationId xmlns:a16="http://schemas.microsoft.com/office/drawing/2014/main" id="{29BC6782-C9F1-18D8-0E50-2644467AE6BF}"/>
              </a:ext>
            </a:extLst>
          </p:cNvPr>
          <p:cNvSpPr/>
          <p:nvPr/>
        </p:nvSpPr>
        <p:spPr>
          <a:xfrm>
            <a:off x="10502119" y="5610875"/>
            <a:ext cx="245100" cy="245100"/>
          </a:xfrm>
          <a:prstGeom prst="ellipse">
            <a:avLst/>
          </a:prstGeom>
          <a:solidFill>
            <a:srgbClr val="B6D7A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31" name="Google Shape;493;g254a6bbbaed_0_8">
            <a:extLst>
              <a:ext uri="{FF2B5EF4-FFF2-40B4-BE49-F238E27FC236}">
                <a16:creationId xmlns:a16="http://schemas.microsoft.com/office/drawing/2014/main" id="{9AF3FE83-CE85-0A96-46A2-DFBB2D36430A}"/>
              </a:ext>
            </a:extLst>
          </p:cNvPr>
          <p:cNvSpPr/>
          <p:nvPr/>
        </p:nvSpPr>
        <p:spPr>
          <a:xfrm>
            <a:off x="10867044" y="5610875"/>
            <a:ext cx="245100" cy="245100"/>
          </a:xfrm>
          <a:prstGeom prst="ellipse">
            <a:avLst/>
          </a:prstGeom>
          <a:solidFill>
            <a:schemeClr val="accent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32" name="Google Shape;494;g254a6bbbaed_0_8">
            <a:extLst>
              <a:ext uri="{FF2B5EF4-FFF2-40B4-BE49-F238E27FC236}">
                <a16:creationId xmlns:a16="http://schemas.microsoft.com/office/drawing/2014/main" id="{CDBD2886-E804-7A5F-AEFC-654A18A1E058}"/>
              </a:ext>
            </a:extLst>
          </p:cNvPr>
          <p:cNvSpPr/>
          <p:nvPr/>
        </p:nvSpPr>
        <p:spPr>
          <a:xfrm>
            <a:off x="10502119" y="6391375"/>
            <a:ext cx="245100" cy="245100"/>
          </a:xfrm>
          <a:prstGeom prst="ellipse">
            <a:avLst/>
          </a:prstGeom>
          <a:solidFill>
            <a:srgbClr val="0B539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cxnSp>
        <p:nvCxnSpPr>
          <p:cNvPr id="33" name="Google Shape;495;g254a6bbbaed_0_8">
            <a:extLst>
              <a:ext uri="{FF2B5EF4-FFF2-40B4-BE49-F238E27FC236}">
                <a16:creationId xmlns:a16="http://schemas.microsoft.com/office/drawing/2014/main" id="{59BAE590-FD89-E853-1B14-C6456C827EAA}"/>
              </a:ext>
            </a:extLst>
          </p:cNvPr>
          <p:cNvCxnSpPr>
            <a:stCxn id="24" idx="3"/>
          </p:cNvCxnSpPr>
          <p:nvPr/>
        </p:nvCxnSpPr>
        <p:spPr>
          <a:xfrm rot="10800000" flipH="1">
            <a:off x="9082519" y="4910500"/>
            <a:ext cx="352500" cy="656100"/>
          </a:xfrm>
          <a:prstGeom prst="straightConnector1">
            <a:avLst/>
          </a:prstGeom>
          <a:noFill/>
          <a:ln w="19050" cap="flat" cmpd="sng">
            <a:solidFill>
              <a:schemeClr val="dk2"/>
            </a:solidFill>
            <a:prstDash val="dash"/>
            <a:round/>
            <a:headEnd type="none" w="med" len="med"/>
            <a:tailEnd type="stealth" w="med" len="med"/>
          </a:ln>
        </p:spPr>
      </p:cxnSp>
      <p:cxnSp>
        <p:nvCxnSpPr>
          <p:cNvPr id="34" name="Google Shape;496;g254a6bbbaed_0_8">
            <a:extLst>
              <a:ext uri="{FF2B5EF4-FFF2-40B4-BE49-F238E27FC236}">
                <a16:creationId xmlns:a16="http://schemas.microsoft.com/office/drawing/2014/main" id="{87D3EDE7-0614-3119-D09A-ED34696A97A7}"/>
              </a:ext>
            </a:extLst>
          </p:cNvPr>
          <p:cNvCxnSpPr/>
          <p:nvPr/>
        </p:nvCxnSpPr>
        <p:spPr>
          <a:xfrm>
            <a:off x="9082519" y="5566600"/>
            <a:ext cx="344100" cy="577800"/>
          </a:xfrm>
          <a:prstGeom prst="straightConnector1">
            <a:avLst/>
          </a:prstGeom>
          <a:noFill/>
          <a:ln w="19050" cap="flat" cmpd="sng">
            <a:solidFill>
              <a:schemeClr val="dk2"/>
            </a:solidFill>
            <a:prstDash val="dash"/>
            <a:round/>
            <a:headEnd type="none" w="med" len="med"/>
            <a:tailEnd type="stealth" w="med" len="med"/>
          </a:ln>
        </p:spPr>
      </p:cxnSp>
      <p:cxnSp>
        <p:nvCxnSpPr>
          <p:cNvPr id="35" name="Google Shape;497;g254a6bbbaed_0_8">
            <a:extLst>
              <a:ext uri="{FF2B5EF4-FFF2-40B4-BE49-F238E27FC236}">
                <a16:creationId xmlns:a16="http://schemas.microsoft.com/office/drawing/2014/main" id="{01CCCCB4-F8DF-6A50-DB25-497A33FC2241}"/>
              </a:ext>
            </a:extLst>
          </p:cNvPr>
          <p:cNvCxnSpPr/>
          <p:nvPr/>
        </p:nvCxnSpPr>
        <p:spPr>
          <a:xfrm>
            <a:off x="9082519" y="5566600"/>
            <a:ext cx="352500" cy="943800"/>
          </a:xfrm>
          <a:prstGeom prst="straightConnector1">
            <a:avLst/>
          </a:prstGeom>
          <a:noFill/>
          <a:ln w="19050" cap="flat" cmpd="sng">
            <a:solidFill>
              <a:schemeClr val="dk2"/>
            </a:solidFill>
            <a:prstDash val="dash"/>
            <a:round/>
            <a:headEnd type="none" w="med" len="med"/>
            <a:tailEnd type="stealth" w="med" len="med"/>
          </a:ln>
        </p:spPr>
      </p:cxnSp>
      <p:cxnSp>
        <p:nvCxnSpPr>
          <p:cNvPr id="36" name="Google Shape;498;g254a6bbbaed_0_8">
            <a:extLst>
              <a:ext uri="{FF2B5EF4-FFF2-40B4-BE49-F238E27FC236}">
                <a16:creationId xmlns:a16="http://schemas.microsoft.com/office/drawing/2014/main" id="{3B1C976B-C68A-15C5-D8CC-2A14514226BF}"/>
              </a:ext>
            </a:extLst>
          </p:cNvPr>
          <p:cNvCxnSpPr/>
          <p:nvPr/>
        </p:nvCxnSpPr>
        <p:spPr>
          <a:xfrm rot="10800000" flipH="1">
            <a:off x="9082519" y="5319100"/>
            <a:ext cx="361200" cy="247500"/>
          </a:xfrm>
          <a:prstGeom prst="straightConnector1">
            <a:avLst/>
          </a:prstGeom>
          <a:noFill/>
          <a:ln w="19050" cap="flat" cmpd="sng">
            <a:solidFill>
              <a:srgbClr val="FF0000"/>
            </a:solidFill>
            <a:prstDash val="dash"/>
            <a:round/>
            <a:headEnd type="none" w="med" len="med"/>
            <a:tailEnd type="stealth" w="med" len="med"/>
          </a:ln>
        </p:spPr>
      </p:cxnSp>
      <p:sp>
        <p:nvSpPr>
          <p:cNvPr id="37" name="Google Shape;499;g254a6bbbaed_0_8">
            <a:extLst>
              <a:ext uri="{FF2B5EF4-FFF2-40B4-BE49-F238E27FC236}">
                <a16:creationId xmlns:a16="http://schemas.microsoft.com/office/drawing/2014/main" id="{A22B6499-8950-0141-B6F3-8EF8A56F8C06}"/>
              </a:ext>
            </a:extLst>
          </p:cNvPr>
          <p:cNvSpPr/>
          <p:nvPr/>
        </p:nvSpPr>
        <p:spPr>
          <a:xfrm>
            <a:off x="2501196" y="4217775"/>
            <a:ext cx="470100" cy="606600"/>
          </a:xfrm>
          <a:prstGeom prst="downArrow">
            <a:avLst>
              <a:gd name="adj1" fmla="val 50000"/>
              <a:gd name="adj2" fmla="val 50000"/>
            </a:avLst>
          </a:prstGeom>
          <a:solidFill>
            <a:srgbClr val="3D85C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34"/>
        <p:cNvGrpSpPr/>
        <p:nvPr/>
      </p:nvGrpSpPr>
      <p:grpSpPr>
        <a:xfrm>
          <a:off x="0" y="0"/>
          <a:ext cx="0" cy="0"/>
          <a:chOff x="0" y="0"/>
          <a:chExt cx="0" cy="0"/>
        </a:xfrm>
      </p:grpSpPr>
      <p:sp>
        <p:nvSpPr>
          <p:cNvPr id="435" name="Google Shape;435;g254a6bbbaed_0_15"/>
          <p:cNvSpPr/>
          <p:nvPr/>
        </p:nvSpPr>
        <p:spPr>
          <a:xfrm>
            <a:off x="6229700" y="1291650"/>
            <a:ext cx="4519500" cy="4189200"/>
          </a:xfrm>
          <a:prstGeom prst="rect">
            <a:avLst/>
          </a:prstGeom>
          <a:solidFill>
            <a:schemeClr val="lt1"/>
          </a:solidFill>
          <a:ln w="7620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endParaRPr sz="1700"/>
          </a:p>
        </p:txBody>
      </p:sp>
      <p:sp>
        <p:nvSpPr>
          <p:cNvPr id="436" name="Google Shape;436;g254a6bbbaed_0_15"/>
          <p:cNvSpPr txBox="1">
            <a:spLocks noGrp="1"/>
          </p:cNvSpPr>
          <p:nvPr>
            <p:ph type="title"/>
          </p:nvPr>
        </p:nvSpPr>
        <p:spPr>
          <a:xfrm>
            <a:off x="277895" y="109030"/>
            <a:ext cx="9778315" cy="667131"/>
          </a:xfrm>
        </p:spPr>
        <p:txBody>
          <a:bodyPr spcFirstLastPara="1" vert="horz" wrap="square" lIns="91425" tIns="45700" rIns="91425" bIns="45700" rtlCol="0" anchor="ctr" anchorCtr="0">
            <a:normAutofit fontScale="90000"/>
          </a:bodyPr>
          <a:lstStyle/>
          <a:p>
            <a:r>
              <a:rPr lang="ja-JP" altLang="en-US"/>
              <a:t>線形判別法</a:t>
            </a:r>
          </a:p>
        </p:txBody>
      </p:sp>
      <p:sp>
        <p:nvSpPr>
          <p:cNvPr id="437" name="Google Shape;437;g254a6bbbaed_0_15"/>
          <p:cNvSpPr txBox="1">
            <a:spLocks noGrp="1"/>
          </p:cNvSpPr>
          <p:nvPr>
            <p:ph type="sldNum" idx="12"/>
          </p:nvPr>
        </p:nvSpPr>
        <p:spPr>
          <a:xfrm>
            <a:off x="11444346" y="-71929"/>
            <a:ext cx="896789" cy="476682"/>
          </a:xfrm>
        </p:spPr>
        <p:txBody>
          <a:bodyPr spcFirstLastPara="1" vert="horz" wrap="square" lIns="91425" tIns="45700" rIns="91425" bIns="45700" rtlCol="0" anchor="ctr" anchorCtr="0">
            <a:noAutofit/>
          </a:bodyPr>
          <a:lstStyle/>
          <a:p>
            <a:fld id="{00000000-1234-1234-1234-123412341234}" type="slidenum">
              <a:rPr lang="en-US" altLang="ja-JP"/>
              <a:pPr/>
              <a:t>18</a:t>
            </a:fld>
            <a:endParaRPr lang="en-US"/>
          </a:p>
        </p:txBody>
      </p:sp>
      <p:sp>
        <p:nvSpPr>
          <p:cNvPr id="464" name="Google Shape;464;g254a6bbbaed_0_15"/>
          <p:cNvSpPr txBox="1">
            <a:spLocks noGrp="1"/>
          </p:cNvSpPr>
          <p:nvPr>
            <p:ph type="body" idx="4294967295"/>
          </p:nvPr>
        </p:nvSpPr>
        <p:spPr>
          <a:xfrm>
            <a:off x="7791386" y="840012"/>
            <a:ext cx="1336265" cy="431800"/>
          </a:xfrm>
          <a:prstGeom prst="rect">
            <a:avLst/>
          </a:prstGeom>
          <a:noFill/>
          <a:ln>
            <a:noFill/>
          </a:ln>
        </p:spPr>
        <p:txBody>
          <a:bodyPr spcFirstLastPara="1" vert="horz" wrap="square" lIns="91425" tIns="45700" rIns="91425" bIns="45700" rtlCol="0" anchor="t" anchorCtr="0">
            <a:normAutofit fontScale="70000" lnSpcReduction="20000"/>
          </a:bodyPr>
          <a:lstStyle/>
          <a:p>
            <a:pPr indent="-228600">
              <a:buNone/>
            </a:pPr>
            <a:r>
              <a:rPr lang="ja-JP" altLang="en-US" sz="2400" b="1"/>
              <a:t>線形判別法</a:t>
            </a:r>
            <a:endParaRPr sz="2400" b="1"/>
          </a:p>
        </p:txBody>
      </p:sp>
      <p:sp>
        <p:nvSpPr>
          <p:cNvPr id="465" name="Google Shape;465;g254a6bbbaed_0_15"/>
          <p:cNvSpPr txBox="1">
            <a:spLocks noGrp="1"/>
          </p:cNvSpPr>
          <p:nvPr>
            <p:ph type="body" idx="4294967295"/>
          </p:nvPr>
        </p:nvSpPr>
        <p:spPr>
          <a:xfrm>
            <a:off x="2447900" y="5662879"/>
            <a:ext cx="6854825" cy="996950"/>
          </a:xfrm>
          <a:prstGeom prst="rect">
            <a:avLst/>
          </a:prstGeom>
          <a:noFill/>
          <a:ln>
            <a:noFill/>
          </a:ln>
        </p:spPr>
        <p:txBody>
          <a:bodyPr spcFirstLastPara="1" vert="horz" wrap="square" lIns="91425" tIns="45700" rIns="91425" bIns="45700" rtlCol="0" anchor="t" anchorCtr="0">
            <a:noAutofit/>
          </a:bodyPr>
          <a:lstStyle/>
          <a:p>
            <a:pPr marL="0" indent="0" algn="ctr">
              <a:buNone/>
            </a:pPr>
            <a:r>
              <a:rPr lang="ja-JP" altLang="en-US" sz="2700" b="1"/>
              <a:t>クラスが分離するような直線を選択し</a:t>
            </a:r>
            <a:endParaRPr sz="2700" b="1" dirty="0"/>
          </a:p>
          <a:p>
            <a:pPr marL="0" indent="0" algn="ctr">
              <a:buNone/>
            </a:pPr>
            <a:r>
              <a:rPr lang="ja-JP" altLang="en-US" sz="2700" b="1"/>
              <a:t>異なるクラスの新たな特徴を分析する手法</a:t>
            </a:r>
            <a:endParaRPr sz="2700" b="1" dirty="0"/>
          </a:p>
        </p:txBody>
      </p:sp>
      <p:sp>
        <p:nvSpPr>
          <p:cNvPr id="438" name="Google Shape;438;g254a6bbbaed_0_15"/>
          <p:cNvSpPr/>
          <p:nvPr/>
        </p:nvSpPr>
        <p:spPr>
          <a:xfrm>
            <a:off x="1580025" y="1291650"/>
            <a:ext cx="4519500" cy="4189200"/>
          </a:xfrm>
          <a:prstGeom prst="rect">
            <a:avLst/>
          </a:prstGeom>
          <a:solidFill>
            <a:schemeClr val="lt1"/>
          </a:solidFill>
          <a:ln w="9525" cap="flat" cmpd="sng">
            <a:solidFill>
              <a:schemeClr val="dk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sz="1700" b="1"/>
          </a:p>
        </p:txBody>
      </p:sp>
      <p:cxnSp>
        <p:nvCxnSpPr>
          <p:cNvPr id="439" name="Google Shape;439;g254a6bbbaed_0_15"/>
          <p:cNvCxnSpPr/>
          <p:nvPr/>
        </p:nvCxnSpPr>
        <p:spPr>
          <a:xfrm rot="10800000">
            <a:off x="1956200" y="1681200"/>
            <a:ext cx="0" cy="3410100"/>
          </a:xfrm>
          <a:prstGeom prst="straightConnector1">
            <a:avLst/>
          </a:prstGeom>
          <a:noFill/>
          <a:ln w="28575" cap="flat" cmpd="sng">
            <a:solidFill>
              <a:schemeClr val="dk2"/>
            </a:solidFill>
            <a:prstDash val="solid"/>
            <a:round/>
            <a:headEnd type="none" w="med" len="med"/>
            <a:tailEnd type="stealth" w="med" len="med"/>
          </a:ln>
        </p:spPr>
      </p:cxnSp>
      <p:cxnSp>
        <p:nvCxnSpPr>
          <p:cNvPr id="440" name="Google Shape;440;g254a6bbbaed_0_15"/>
          <p:cNvCxnSpPr>
            <a:cxnSpLocks/>
            <a:endCxn id="443" idx="1"/>
          </p:cNvCxnSpPr>
          <p:nvPr/>
        </p:nvCxnSpPr>
        <p:spPr>
          <a:xfrm>
            <a:off x="1956199" y="5091300"/>
            <a:ext cx="3334526" cy="0"/>
          </a:xfrm>
          <a:prstGeom prst="straightConnector1">
            <a:avLst/>
          </a:prstGeom>
          <a:noFill/>
          <a:ln w="28575" cap="flat" cmpd="sng">
            <a:solidFill>
              <a:schemeClr val="dk2"/>
            </a:solidFill>
            <a:prstDash val="solid"/>
            <a:round/>
            <a:headEnd type="none" w="med" len="med"/>
            <a:tailEnd type="stealth" w="med" len="med"/>
          </a:ln>
        </p:spPr>
      </p:cxnSp>
      <p:sp>
        <p:nvSpPr>
          <p:cNvPr id="441" name="Google Shape;441;g254a6bbbaed_0_15"/>
          <p:cNvSpPr txBox="1"/>
          <p:nvPr/>
        </p:nvSpPr>
        <p:spPr>
          <a:xfrm>
            <a:off x="1669050" y="4937200"/>
            <a:ext cx="389700" cy="492600"/>
          </a:xfrm>
          <a:prstGeom prst="rect">
            <a:avLst/>
          </a:prstGeom>
          <a:noFill/>
          <a:ln>
            <a:noFill/>
          </a:ln>
        </p:spPr>
        <p:txBody>
          <a:bodyPr spcFirstLastPara="1" wrap="square" lIns="91425" tIns="91425" rIns="91425" bIns="91425" anchor="t" anchorCtr="0">
            <a:spAutoFit/>
          </a:bodyPr>
          <a:lstStyle/>
          <a:p>
            <a:r>
              <a:rPr lang="en-US" altLang="ja-JP" sz="2000" b="1">
                <a:latin typeface="Calibri"/>
                <a:ea typeface="Calibri"/>
                <a:cs typeface="Calibri"/>
                <a:sym typeface="Calibri"/>
              </a:rPr>
              <a:t>0</a:t>
            </a:r>
            <a:endParaRPr sz="2000" b="1">
              <a:latin typeface="Calibri"/>
              <a:ea typeface="Calibri"/>
              <a:cs typeface="Calibri"/>
              <a:sym typeface="Calibri"/>
            </a:endParaRPr>
          </a:p>
        </p:txBody>
      </p:sp>
      <p:sp>
        <p:nvSpPr>
          <p:cNvPr id="442" name="Google Shape;442;g254a6bbbaed_0_15"/>
          <p:cNvSpPr txBox="1"/>
          <p:nvPr/>
        </p:nvSpPr>
        <p:spPr>
          <a:xfrm>
            <a:off x="1575050" y="1340775"/>
            <a:ext cx="876600" cy="431100"/>
          </a:xfrm>
          <a:prstGeom prst="rect">
            <a:avLst/>
          </a:prstGeom>
          <a:noFill/>
          <a:ln>
            <a:noFill/>
          </a:ln>
        </p:spPr>
        <p:txBody>
          <a:bodyPr spcFirstLastPara="1" wrap="square" lIns="91425" tIns="91425" rIns="91425" bIns="91425" anchor="t" anchorCtr="0">
            <a:spAutoFit/>
          </a:bodyPr>
          <a:lstStyle/>
          <a:p>
            <a:r>
              <a:rPr lang="ja-JP" altLang="en-US" sz="1600" b="1">
                <a:latin typeface="Calibri"/>
                <a:ea typeface="Calibri"/>
                <a:cs typeface="Calibri"/>
                <a:sym typeface="Calibri"/>
              </a:rPr>
              <a:t>特徴２</a:t>
            </a:r>
            <a:endParaRPr sz="1600" b="1">
              <a:latin typeface="Calibri"/>
              <a:ea typeface="Calibri"/>
              <a:cs typeface="Calibri"/>
              <a:sym typeface="Calibri"/>
            </a:endParaRPr>
          </a:p>
        </p:txBody>
      </p:sp>
      <p:sp>
        <p:nvSpPr>
          <p:cNvPr id="443" name="Google Shape;443;g254a6bbbaed_0_15"/>
          <p:cNvSpPr txBox="1"/>
          <p:nvPr/>
        </p:nvSpPr>
        <p:spPr>
          <a:xfrm>
            <a:off x="5290725" y="4875750"/>
            <a:ext cx="876600" cy="431100"/>
          </a:xfrm>
          <a:prstGeom prst="rect">
            <a:avLst/>
          </a:prstGeom>
          <a:noFill/>
          <a:ln>
            <a:noFill/>
          </a:ln>
        </p:spPr>
        <p:txBody>
          <a:bodyPr spcFirstLastPara="1" wrap="square" lIns="91425" tIns="91425" rIns="91425" bIns="91425" anchor="t" anchorCtr="0">
            <a:spAutoFit/>
          </a:bodyPr>
          <a:lstStyle/>
          <a:p>
            <a:r>
              <a:rPr lang="ja-JP" altLang="en-US" sz="1600" b="1">
                <a:latin typeface="Calibri"/>
                <a:ea typeface="Calibri"/>
                <a:cs typeface="Calibri"/>
                <a:sym typeface="Calibri"/>
              </a:rPr>
              <a:t>特徴１</a:t>
            </a:r>
            <a:endParaRPr sz="1600" b="1">
              <a:latin typeface="Calibri"/>
              <a:ea typeface="Calibri"/>
              <a:cs typeface="Calibri"/>
              <a:sym typeface="Calibri"/>
            </a:endParaRPr>
          </a:p>
        </p:txBody>
      </p:sp>
      <p:sp>
        <p:nvSpPr>
          <p:cNvPr id="444" name="Google Shape;444;g254a6bbbaed_0_15"/>
          <p:cNvSpPr/>
          <p:nvPr/>
        </p:nvSpPr>
        <p:spPr>
          <a:xfrm rot="-1799911">
            <a:off x="3145410" y="2605699"/>
            <a:ext cx="1798881" cy="561548"/>
          </a:xfrm>
          <a:prstGeom prst="ellipse">
            <a:avLst/>
          </a:prstGeom>
          <a:solidFill>
            <a:schemeClr val="lt1"/>
          </a:solid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algn="ctr"/>
            <a:r>
              <a:rPr lang="ja-JP" altLang="en-US" sz="1600" b="1"/>
              <a:t>クラス１</a:t>
            </a:r>
            <a:endParaRPr sz="1600" b="1"/>
          </a:p>
        </p:txBody>
      </p:sp>
      <p:sp>
        <p:nvSpPr>
          <p:cNvPr id="445" name="Google Shape;445;g254a6bbbaed_0_15"/>
          <p:cNvSpPr/>
          <p:nvPr/>
        </p:nvSpPr>
        <p:spPr>
          <a:xfrm rot="-1799340">
            <a:off x="2840101" y="3662548"/>
            <a:ext cx="1790396" cy="561548"/>
          </a:xfrm>
          <a:prstGeom prst="ellipse">
            <a:avLst/>
          </a:prstGeom>
          <a:solidFill>
            <a:schemeClr val="lt1"/>
          </a:solidFill>
          <a:ln w="28575" cap="flat" cmpd="sng">
            <a:solidFill>
              <a:srgbClr val="93C47D"/>
            </a:solidFill>
            <a:prstDash val="solid"/>
            <a:round/>
            <a:headEnd type="none" w="sm" len="sm"/>
            <a:tailEnd type="none" w="sm" len="sm"/>
          </a:ln>
        </p:spPr>
        <p:txBody>
          <a:bodyPr spcFirstLastPara="1" wrap="square" lIns="91425" tIns="91425" rIns="91425" bIns="91425" anchor="ctr" anchorCtr="0">
            <a:noAutofit/>
          </a:bodyPr>
          <a:lstStyle/>
          <a:p>
            <a:pPr algn="ctr"/>
            <a:r>
              <a:rPr lang="ja-JP" altLang="en-US" sz="1600" b="1"/>
              <a:t>クラス２</a:t>
            </a:r>
            <a:endParaRPr sz="1600" b="1"/>
          </a:p>
        </p:txBody>
      </p:sp>
      <p:cxnSp>
        <p:nvCxnSpPr>
          <p:cNvPr id="446" name="Google Shape;446;g254a6bbbaed_0_15"/>
          <p:cNvCxnSpPr/>
          <p:nvPr/>
        </p:nvCxnSpPr>
        <p:spPr>
          <a:xfrm rot="10800000" flipH="1">
            <a:off x="3401225" y="3898750"/>
            <a:ext cx="2627100" cy="1516800"/>
          </a:xfrm>
          <a:prstGeom prst="straightConnector1">
            <a:avLst/>
          </a:prstGeom>
          <a:noFill/>
          <a:ln w="28575" cap="flat" cmpd="sng">
            <a:solidFill>
              <a:srgbClr val="4A86E8"/>
            </a:solidFill>
            <a:prstDash val="solid"/>
            <a:round/>
            <a:headEnd type="none" w="med" len="med"/>
            <a:tailEnd type="none" w="med" len="med"/>
          </a:ln>
        </p:spPr>
      </p:cxnSp>
      <p:pic>
        <p:nvPicPr>
          <p:cNvPr id="447" name="Google Shape;447;g254a6bbbaed_0_15"/>
          <p:cNvPicPr preferRelativeResize="0"/>
          <p:nvPr/>
        </p:nvPicPr>
        <p:blipFill>
          <a:blip r:embed="rId3">
            <a:alphaModFix/>
          </a:blip>
          <a:stretch>
            <a:fillRect/>
          </a:stretch>
        </p:blipFill>
        <p:spPr>
          <a:xfrm rot="-1800009">
            <a:off x="2822705" y="4280308"/>
            <a:ext cx="2696067" cy="735035"/>
          </a:xfrm>
          <a:prstGeom prst="rect">
            <a:avLst/>
          </a:prstGeom>
          <a:noFill/>
          <a:ln>
            <a:noFill/>
          </a:ln>
        </p:spPr>
      </p:pic>
      <p:pic>
        <p:nvPicPr>
          <p:cNvPr id="448" name="Google Shape;448;g254a6bbbaed_0_15"/>
          <p:cNvPicPr preferRelativeResize="0"/>
          <p:nvPr/>
        </p:nvPicPr>
        <p:blipFill>
          <a:blip r:embed="rId4">
            <a:alphaModFix/>
          </a:blip>
          <a:stretch>
            <a:fillRect/>
          </a:stretch>
        </p:blipFill>
        <p:spPr>
          <a:xfrm rot="-1799966">
            <a:off x="3424691" y="3960108"/>
            <a:ext cx="2771295" cy="699784"/>
          </a:xfrm>
          <a:prstGeom prst="rect">
            <a:avLst/>
          </a:prstGeom>
          <a:noFill/>
          <a:ln>
            <a:noFill/>
          </a:ln>
        </p:spPr>
      </p:pic>
      <p:cxnSp>
        <p:nvCxnSpPr>
          <p:cNvPr id="449" name="Google Shape;449;g254a6bbbaed_0_15"/>
          <p:cNvCxnSpPr/>
          <p:nvPr/>
        </p:nvCxnSpPr>
        <p:spPr>
          <a:xfrm rot="10800000" flipH="1">
            <a:off x="7090375" y="5091325"/>
            <a:ext cx="2946900" cy="6900"/>
          </a:xfrm>
          <a:prstGeom prst="straightConnector1">
            <a:avLst/>
          </a:prstGeom>
          <a:noFill/>
          <a:ln w="28575" cap="flat" cmpd="sng">
            <a:solidFill>
              <a:schemeClr val="dk2"/>
            </a:solidFill>
            <a:prstDash val="solid"/>
            <a:round/>
            <a:headEnd type="none" w="med" len="med"/>
            <a:tailEnd type="stealth" w="med" len="med"/>
          </a:ln>
        </p:spPr>
      </p:cxnSp>
      <p:sp>
        <p:nvSpPr>
          <p:cNvPr id="450" name="Google Shape;450;g254a6bbbaed_0_15"/>
          <p:cNvSpPr txBox="1"/>
          <p:nvPr/>
        </p:nvSpPr>
        <p:spPr>
          <a:xfrm>
            <a:off x="9979000" y="4875750"/>
            <a:ext cx="876600" cy="431100"/>
          </a:xfrm>
          <a:prstGeom prst="rect">
            <a:avLst/>
          </a:prstGeom>
          <a:noFill/>
          <a:ln>
            <a:noFill/>
          </a:ln>
        </p:spPr>
        <p:txBody>
          <a:bodyPr spcFirstLastPara="1" wrap="square" lIns="91425" tIns="91425" rIns="91425" bIns="91425" anchor="t" anchorCtr="0">
            <a:spAutoFit/>
          </a:bodyPr>
          <a:lstStyle/>
          <a:p>
            <a:r>
              <a:rPr lang="ja-JP" altLang="en-US" sz="1600" b="1">
                <a:latin typeface="Calibri"/>
                <a:ea typeface="Calibri"/>
                <a:cs typeface="Calibri"/>
                <a:sym typeface="Calibri"/>
              </a:rPr>
              <a:t>特徴１</a:t>
            </a:r>
            <a:endParaRPr sz="1600" b="1">
              <a:latin typeface="Calibri"/>
              <a:ea typeface="Calibri"/>
              <a:cs typeface="Calibri"/>
              <a:sym typeface="Calibri"/>
            </a:endParaRPr>
          </a:p>
        </p:txBody>
      </p:sp>
      <p:sp>
        <p:nvSpPr>
          <p:cNvPr id="451" name="Google Shape;451;g254a6bbbaed_0_15"/>
          <p:cNvSpPr txBox="1"/>
          <p:nvPr/>
        </p:nvSpPr>
        <p:spPr>
          <a:xfrm>
            <a:off x="6816125" y="4937200"/>
            <a:ext cx="389700" cy="492600"/>
          </a:xfrm>
          <a:prstGeom prst="rect">
            <a:avLst/>
          </a:prstGeom>
          <a:noFill/>
          <a:ln>
            <a:noFill/>
          </a:ln>
        </p:spPr>
        <p:txBody>
          <a:bodyPr spcFirstLastPara="1" wrap="square" lIns="91425" tIns="91425" rIns="91425" bIns="91425" anchor="t" anchorCtr="0">
            <a:spAutoFit/>
          </a:bodyPr>
          <a:lstStyle/>
          <a:p>
            <a:r>
              <a:rPr lang="en-US" altLang="ja-JP" sz="2000" b="1">
                <a:latin typeface="Calibri"/>
                <a:ea typeface="Calibri"/>
                <a:cs typeface="Calibri"/>
                <a:sym typeface="Calibri"/>
              </a:rPr>
              <a:t>0</a:t>
            </a:r>
            <a:endParaRPr sz="2000" b="1">
              <a:latin typeface="Calibri"/>
              <a:ea typeface="Calibri"/>
              <a:cs typeface="Calibri"/>
              <a:sym typeface="Calibri"/>
            </a:endParaRPr>
          </a:p>
        </p:txBody>
      </p:sp>
      <p:pic>
        <p:nvPicPr>
          <p:cNvPr id="452" name="Google Shape;452;g254a6bbbaed_0_15"/>
          <p:cNvPicPr preferRelativeResize="0"/>
          <p:nvPr/>
        </p:nvPicPr>
        <p:blipFill>
          <a:blip r:embed="rId3">
            <a:alphaModFix/>
          </a:blip>
          <a:stretch>
            <a:fillRect/>
          </a:stretch>
        </p:blipFill>
        <p:spPr>
          <a:xfrm rot="3152527">
            <a:off x="7246341" y="4071681"/>
            <a:ext cx="1519618" cy="1139712"/>
          </a:xfrm>
          <a:prstGeom prst="rect">
            <a:avLst/>
          </a:prstGeom>
          <a:noFill/>
          <a:ln>
            <a:noFill/>
          </a:ln>
        </p:spPr>
      </p:pic>
      <p:cxnSp>
        <p:nvCxnSpPr>
          <p:cNvPr id="453" name="Google Shape;453;g254a6bbbaed_0_15"/>
          <p:cNvCxnSpPr/>
          <p:nvPr/>
        </p:nvCxnSpPr>
        <p:spPr>
          <a:xfrm rot="10800000">
            <a:off x="7084675" y="1681200"/>
            <a:ext cx="0" cy="3410100"/>
          </a:xfrm>
          <a:prstGeom prst="straightConnector1">
            <a:avLst/>
          </a:prstGeom>
          <a:noFill/>
          <a:ln w="28575" cap="flat" cmpd="sng">
            <a:solidFill>
              <a:schemeClr val="dk2"/>
            </a:solidFill>
            <a:prstDash val="solid"/>
            <a:round/>
            <a:headEnd type="none" w="med" len="med"/>
            <a:tailEnd type="stealth" w="med" len="med"/>
          </a:ln>
        </p:spPr>
      </p:cxnSp>
      <p:sp>
        <p:nvSpPr>
          <p:cNvPr id="454" name="Google Shape;454;g254a6bbbaed_0_15"/>
          <p:cNvSpPr txBox="1"/>
          <p:nvPr/>
        </p:nvSpPr>
        <p:spPr>
          <a:xfrm>
            <a:off x="6229700" y="1340775"/>
            <a:ext cx="876600" cy="431100"/>
          </a:xfrm>
          <a:prstGeom prst="rect">
            <a:avLst/>
          </a:prstGeom>
          <a:noFill/>
          <a:ln>
            <a:noFill/>
          </a:ln>
        </p:spPr>
        <p:txBody>
          <a:bodyPr spcFirstLastPara="1" wrap="square" lIns="91425" tIns="91425" rIns="91425" bIns="91425" anchor="t" anchorCtr="0">
            <a:spAutoFit/>
          </a:bodyPr>
          <a:lstStyle/>
          <a:p>
            <a:r>
              <a:rPr lang="ja-JP" altLang="en-US" sz="1600" b="1">
                <a:latin typeface="Calibri"/>
                <a:ea typeface="Calibri"/>
                <a:cs typeface="Calibri"/>
                <a:sym typeface="Calibri"/>
              </a:rPr>
              <a:t>特徴２</a:t>
            </a:r>
            <a:endParaRPr sz="1600" b="1">
              <a:latin typeface="Calibri"/>
              <a:ea typeface="Calibri"/>
              <a:cs typeface="Calibri"/>
              <a:sym typeface="Calibri"/>
            </a:endParaRPr>
          </a:p>
        </p:txBody>
      </p:sp>
      <p:sp>
        <p:nvSpPr>
          <p:cNvPr id="455" name="Google Shape;455;g254a6bbbaed_0_15"/>
          <p:cNvSpPr/>
          <p:nvPr/>
        </p:nvSpPr>
        <p:spPr>
          <a:xfrm rot="-1799911">
            <a:off x="8479410" y="2605699"/>
            <a:ext cx="1798881" cy="561548"/>
          </a:xfrm>
          <a:prstGeom prst="ellipse">
            <a:avLst/>
          </a:prstGeom>
          <a:solidFill>
            <a:schemeClr val="lt1"/>
          </a:solid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algn="ctr"/>
            <a:r>
              <a:rPr lang="ja-JP" altLang="en-US" sz="1600" b="1"/>
              <a:t>クラス１</a:t>
            </a:r>
            <a:endParaRPr sz="1600" b="1"/>
          </a:p>
        </p:txBody>
      </p:sp>
      <p:sp>
        <p:nvSpPr>
          <p:cNvPr id="456" name="Google Shape;456;g254a6bbbaed_0_15"/>
          <p:cNvSpPr/>
          <p:nvPr/>
        </p:nvSpPr>
        <p:spPr>
          <a:xfrm rot="-1799340">
            <a:off x="8250301" y="3662548"/>
            <a:ext cx="1790396" cy="561548"/>
          </a:xfrm>
          <a:prstGeom prst="ellipse">
            <a:avLst/>
          </a:prstGeom>
          <a:solidFill>
            <a:schemeClr val="lt1"/>
          </a:solidFill>
          <a:ln w="28575" cap="flat" cmpd="sng">
            <a:solidFill>
              <a:srgbClr val="93C47D"/>
            </a:solidFill>
            <a:prstDash val="solid"/>
            <a:round/>
            <a:headEnd type="none" w="sm" len="sm"/>
            <a:tailEnd type="none" w="sm" len="sm"/>
          </a:ln>
        </p:spPr>
        <p:txBody>
          <a:bodyPr spcFirstLastPara="1" wrap="square" lIns="91425" tIns="91425" rIns="91425" bIns="91425" anchor="ctr" anchorCtr="0">
            <a:noAutofit/>
          </a:bodyPr>
          <a:lstStyle/>
          <a:p>
            <a:pPr algn="ctr"/>
            <a:r>
              <a:rPr lang="ja-JP" altLang="en-US" sz="1600" b="1"/>
              <a:t>クラス２</a:t>
            </a:r>
            <a:endParaRPr sz="1600" b="1"/>
          </a:p>
        </p:txBody>
      </p:sp>
      <p:cxnSp>
        <p:nvCxnSpPr>
          <p:cNvPr id="457" name="Google Shape;457;g254a6bbbaed_0_15"/>
          <p:cNvCxnSpPr/>
          <p:nvPr/>
        </p:nvCxnSpPr>
        <p:spPr>
          <a:xfrm>
            <a:off x="6537325" y="3430525"/>
            <a:ext cx="1536600" cy="1985700"/>
          </a:xfrm>
          <a:prstGeom prst="straightConnector1">
            <a:avLst/>
          </a:prstGeom>
          <a:noFill/>
          <a:ln w="28575" cap="flat" cmpd="sng">
            <a:solidFill>
              <a:srgbClr val="4A86E8"/>
            </a:solidFill>
            <a:prstDash val="solid"/>
            <a:round/>
            <a:headEnd type="none" w="med" len="med"/>
            <a:tailEnd type="none" w="med" len="med"/>
          </a:ln>
        </p:spPr>
      </p:cxnSp>
      <p:pic>
        <p:nvPicPr>
          <p:cNvPr id="458" name="Google Shape;458;g254a6bbbaed_0_15"/>
          <p:cNvPicPr preferRelativeResize="0"/>
          <p:nvPr/>
        </p:nvPicPr>
        <p:blipFill>
          <a:blip r:embed="rId4">
            <a:alphaModFix/>
          </a:blip>
          <a:stretch>
            <a:fillRect/>
          </a:stretch>
        </p:blipFill>
        <p:spPr>
          <a:xfrm rot="3149965">
            <a:off x="6728170" y="3369130"/>
            <a:ext cx="1531186" cy="1148391"/>
          </a:xfrm>
          <a:prstGeom prst="rect">
            <a:avLst/>
          </a:prstGeom>
          <a:noFill/>
          <a:ln>
            <a:noFill/>
          </a:ln>
        </p:spPr>
      </p:pic>
      <p:cxnSp>
        <p:nvCxnSpPr>
          <p:cNvPr id="459" name="Google Shape;459;g254a6bbbaed_0_15"/>
          <p:cNvCxnSpPr/>
          <p:nvPr/>
        </p:nvCxnSpPr>
        <p:spPr>
          <a:xfrm>
            <a:off x="5150400" y="2077625"/>
            <a:ext cx="732000" cy="1914600"/>
          </a:xfrm>
          <a:prstGeom prst="straightConnector1">
            <a:avLst/>
          </a:prstGeom>
          <a:noFill/>
          <a:ln w="9525" cap="flat" cmpd="sng">
            <a:solidFill>
              <a:schemeClr val="dk2"/>
            </a:solidFill>
            <a:prstDash val="solid"/>
            <a:round/>
            <a:headEnd type="none" w="med" len="med"/>
            <a:tailEnd type="none" w="med" len="med"/>
          </a:ln>
        </p:spPr>
      </p:cxnSp>
      <p:sp>
        <p:nvSpPr>
          <p:cNvPr id="460" name="Google Shape;460;g254a6bbbaed_0_15"/>
          <p:cNvSpPr txBox="1"/>
          <p:nvPr/>
        </p:nvSpPr>
        <p:spPr>
          <a:xfrm>
            <a:off x="4018750" y="1681201"/>
            <a:ext cx="2059200" cy="738633"/>
          </a:xfrm>
          <a:prstGeom prst="rect">
            <a:avLst/>
          </a:prstGeom>
          <a:noFill/>
          <a:ln>
            <a:noFill/>
          </a:ln>
        </p:spPr>
        <p:txBody>
          <a:bodyPr spcFirstLastPara="1" wrap="square" lIns="91425" tIns="91425" rIns="91425" bIns="91425" anchor="t" anchorCtr="0">
            <a:spAutoFit/>
          </a:bodyPr>
          <a:lstStyle/>
          <a:p>
            <a:pPr algn="ctr"/>
            <a:r>
              <a:rPr lang="ja-JP" altLang="en-US">
                <a:latin typeface="Calibri"/>
                <a:ea typeface="Calibri"/>
                <a:cs typeface="Calibri"/>
                <a:sym typeface="Calibri"/>
              </a:rPr>
              <a:t>主成分分析での基底</a:t>
            </a:r>
            <a:endParaRPr>
              <a:latin typeface="Calibri"/>
              <a:ea typeface="Calibri"/>
              <a:cs typeface="Calibri"/>
              <a:sym typeface="Calibri"/>
            </a:endParaRPr>
          </a:p>
        </p:txBody>
      </p:sp>
      <p:cxnSp>
        <p:nvCxnSpPr>
          <p:cNvPr id="461" name="Google Shape;461;g254a6bbbaed_0_15"/>
          <p:cNvCxnSpPr/>
          <p:nvPr/>
        </p:nvCxnSpPr>
        <p:spPr>
          <a:xfrm flipH="1">
            <a:off x="6758325" y="2298850"/>
            <a:ext cx="970200" cy="1369800"/>
          </a:xfrm>
          <a:prstGeom prst="straightConnector1">
            <a:avLst/>
          </a:prstGeom>
          <a:noFill/>
          <a:ln w="9525" cap="flat" cmpd="sng">
            <a:solidFill>
              <a:schemeClr val="dk2"/>
            </a:solidFill>
            <a:prstDash val="solid"/>
            <a:round/>
            <a:headEnd type="none" w="med" len="med"/>
            <a:tailEnd type="none" w="med" len="med"/>
          </a:ln>
        </p:spPr>
      </p:cxnSp>
      <p:sp>
        <p:nvSpPr>
          <p:cNvPr id="462" name="Google Shape;462;g254a6bbbaed_0_15"/>
          <p:cNvSpPr txBox="1"/>
          <p:nvPr/>
        </p:nvSpPr>
        <p:spPr>
          <a:xfrm>
            <a:off x="7243525" y="1871714"/>
            <a:ext cx="2059200" cy="738633"/>
          </a:xfrm>
          <a:prstGeom prst="rect">
            <a:avLst/>
          </a:prstGeom>
          <a:noFill/>
          <a:ln>
            <a:noFill/>
          </a:ln>
        </p:spPr>
        <p:txBody>
          <a:bodyPr spcFirstLastPara="1" wrap="square" lIns="91425" tIns="91425" rIns="91425" bIns="91425" anchor="t" anchorCtr="0">
            <a:spAutoFit/>
          </a:bodyPr>
          <a:lstStyle/>
          <a:p>
            <a:pPr algn="ctr"/>
            <a:r>
              <a:rPr lang="ja-JP" altLang="en-US" b="1">
                <a:latin typeface="Calibri"/>
                <a:ea typeface="Calibri"/>
                <a:cs typeface="Calibri"/>
                <a:sym typeface="Calibri"/>
              </a:rPr>
              <a:t>線形判別分析</a:t>
            </a:r>
            <a:r>
              <a:rPr lang="ja-JP" altLang="en-US">
                <a:latin typeface="Calibri"/>
                <a:ea typeface="Calibri"/>
                <a:cs typeface="Calibri"/>
                <a:sym typeface="Calibri"/>
              </a:rPr>
              <a:t>での基底</a:t>
            </a:r>
            <a:endParaRPr>
              <a:latin typeface="Calibri"/>
              <a:ea typeface="Calibri"/>
              <a:cs typeface="Calibri"/>
              <a:sym typeface="Calibri"/>
            </a:endParaRPr>
          </a:p>
        </p:txBody>
      </p:sp>
      <p:sp>
        <p:nvSpPr>
          <p:cNvPr id="7" name="Google Shape;464;g254a6bbbaed_0_15">
            <a:extLst>
              <a:ext uri="{FF2B5EF4-FFF2-40B4-BE49-F238E27FC236}">
                <a16:creationId xmlns:a16="http://schemas.microsoft.com/office/drawing/2014/main" id="{AF360CB6-76BF-E023-3E6A-22B2D3DD860D}"/>
              </a:ext>
            </a:extLst>
          </p:cNvPr>
          <p:cNvSpPr txBox="1">
            <a:spLocks/>
          </p:cNvSpPr>
          <p:nvPr/>
        </p:nvSpPr>
        <p:spPr>
          <a:xfrm>
            <a:off x="3350015" y="840012"/>
            <a:ext cx="1336265" cy="431800"/>
          </a:xfrm>
          <a:prstGeom prst="rect">
            <a:avLst/>
          </a:prstGeom>
          <a:noFill/>
          <a:ln>
            <a:noFill/>
          </a:ln>
        </p:spPr>
        <p:txBody>
          <a:bodyPr spcFirstLastPara="1" vert="horz" wrap="square" lIns="91425" tIns="45700" rIns="91425" bIns="45700" rtlCol="0" anchor="t" anchorCtr="0">
            <a:normAutofit fontScale="70000" lnSpcReduction="20000"/>
          </a:bodyPr>
          <a:lstStyle>
            <a:lvl1pPr marL="228600" indent="-228600" algn="l" defTabSz="914400" rtl="0" eaLnBrk="1" latinLnBrk="0" hangingPunct="1">
              <a:lnSpc>
                <a:spcPct val="100000"/>
              </a:lnSpc>
              <a:spcBef>
                <a:spcPts val="1000"/>
              </a:spcBef>
              <a:buClr>
                <a:schemeClr val="accent5">
                  <a:lumMod val="50000"/>
                </a:schemeClr>
              </a:buClr>
              <a:buFont typeface="Wingdings" panose="05000000000000000000" pitchFamily="2" charset="2"/>
              <a:buChar char="n"/>
              <a:defRPr kumimoji="1" sz="3600" kern="1200">
                <a:solidFill>
                  <a:schemeClr val="accent5">
                    <a:lumMod val="50000"/>
                  </a:schemeClr>
                </a:solidFill>
                <a:latin typeface="+mn-lt"/>
                <a:ea typeface="+mn-ea"/>
                <a:cs typeface="+mn-cs"/>
              </a:defRPr>
            </a:lvl1pPr>
            <a:lvl2pPr marL="685800" indent="-228600" algn="l" defTabSz="914400" rtl="0" eaLnBrk="1" latinLnBrk="0" hangingPunct="1">
              <a:lnSpc>
                <a:spcPct val="100000"/>
              </a:lnSpc>
              <a:spcBef>
                <a:spcPts val="500"/>
              </a:spcBef>
              <a:buFont typeface="Wingdings" panose="05000000000000000000" pitchFamily="2" charset="2"/>
              <a:buChar char="Ø"/>
              <a:defRPr kumimoji="1" sz="32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Wingdings" panose="05000000000000000000" pitchFamily="2" charset="2"/>
              <a:buChar char="u"/>
              <a:defRPr kumimoji="1" sz="2800" kern="1200">
                <a:solidFill>
                  <a:schemeClr val="accent6">
                    <a:lumMod val="50000"/>
                  </a:schemeClr>
                </a:solidFill>
                <a:latin typeface="+mn-lt"/>
                <a:ea typeface="+mn-ea"/>
                <a:cs typeface="+mn-cs"/>
              </a:defRPr>
            </a:lvl3pPr>
            <a:lvl4pPr marL="1600200" indent="-228600" algn="l" defTabSz="914400" rtl="0" eaLnBrk="1" latinLnBrk="0" hangingPunct="1">
              <a:lnSpc>
                <a:spcPct val="100000"/>
              </a:lnSpc>
              <a:spcBef>
                <a:spcPts val="500"/>
              </a:spcBef>
              <a:buFont typeface="Wingdings" panose="05000000000000000000" pitchFamily="2" charset="2"/>
              <a:buChar char="ü"/>
              <a:defRPr kumimoji="1" sz="2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kumimoji="1" sz="2000" kern="1200">
                <a:solidFill>
                  <a:schemeClr val="accent1">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buFont typeface="Wingdings" panose="05000000000000000000" pitchFamily="2" charset="2"/>
              <a:buNone/>
            </a:pPr>
            <a:r>
              <a:rPr lang="ja-JP" altLang="en-US" sz="2400" b="1"/>
              <a:t>主成分分析</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7DDAEC8-FDBB-BB35-79EB-00860E26889F}"/>
              </a:ext>
            </a:extLst>
          </p:cNvPr>
          <p:cNvSpPr>
            <a:spLocks noGrp="1"/>
          </p:cNvSpPr>
          <p:nvPr>
            <p:ph type="title"/>
          </p:nvPr>
        </p:nvSpPr>
        <p:spPr>
          <a:xfrm>
            <a:off x="277895" y="109030"/>
            <a:ext cx="9778315" cy="667131"/>
          </a:xfrm>
        </p:spPr>
        <p:txBody>
          <a:bodyPr>
            <a:normAutofit fontScale="90000"/>
          </a:bodyPr>
          <a:lstStyle/>
          <a:p>
            <a:r>
              <a:rPr lang="ja-JP" altLang="ja-JP"/>
              <a:t>部分空間法</a:t>
            </a:r>
            <a:endParaRPr lang="ja-JP" altLang="en-US"/>
          </a:p>
        </p:txBody>
      </p:sp>
      <p:sp>
        <p:nvSpPr>
          <p:cNvPr id="7" name="テキスト プレースホルダー 6">
            <a:extLst>
              <a:ext uri="{FF2B5EF4-FFF2-40B4-BE49-F238E27FC236}">
                <a16:creationId xmlns:a16="http://schemas.microsoft.com/office/drawing/2014/main" id="{2813A7DB-EC83-5709-8CBE-F430621A7ED2}"/>
              </a:ext>
            </a:extLst>
          </p:cNvPr>
          <p:cNvSpPr>
            <a:spLocks noGrp="1"/>
          </p:cNvSpPr>
          <p:nvPr>
            <p:ph type="body" idx="1"/>
          </p:nvPr>
        </p:nvSpPr>
        <p:spPr/>
        <p:txBody>
          <a:bodyPr/>
          <a:lstStyle/>
          <a:p>
            <a:endParaRPr lang="ja-JP" altLang="en-US"/>
          </a:p>
        </p:txBody>
      </p:sp>
      <p:sp>
        <p:nvSpPr>
          <p:cNvPr id="4" name="スライド番号プレースホルダー 3">
            <a:extLst>
              <a:ext uri="{FF2B5EF4-FFF2-40B4-BE49-F238E27FC236}">
                <a16:creationId xmlns:a16="http://schemas.microsoft.com/office/drawing/2014/main" id="{998B13B6-D870-8D43-D2BA-C0C1719A1B2C}"/>
              </a:ext>
            </a:extLst>
          </p:cNvPr>
          <p:cNvSpPr>
            <a:spLocks noGrp="1"/>
          </p:cNvSpPr>
          <p:nvPr>
            <p:ph type="sldNum" idx="12"/>
          </p:nvPr>
        </p:nvSpPr>
        <p:spPr>
          <a:xfrm>
            <a:off x="11444346" y="-71929"/>
            <a:ext cx="896789" cy="476682"/>
          </a:xfrm>
        </p:spPr>
        <p:txBody>
          <a:bodyPr/>
          <a:lstStyle/>
          <a:p>
            <a:fld id="{00000000-1234-1234-1234-123412341234}" type="slidenum">
              <a:rPr lang="en-US" altLang="ja-JP" smtClean="0"/>
              <a:pPr/>
              <a:t>19</a:t>
            </a:fld>
            <a:endParaRPr lang="ja-JP" altLang="en-US"/>
          </a:p>
        </p:txBody>
      </p:sp>
      <p:sp>
        <p:nvSpPr>
          <p:cNvPr id="5" name="Google Shape;543;g254a6bbbaed_0_22">
            <a:extLst>
              <a:ext uri="{FF2B5EF4-FFF2-40B4-BE49-F238E27FC236}">
                <a16:creationId xmlns:a16="http://schemas.microsoft.com/office/drawing/2014/main" id="{328D8F07-EA52-E9F1-8F78-B0B6FDAA0D94}"/>
              </a:ext>
            </a:extLst>
          </p:cNvPr>
          <p:cNvSpPr txBox="1"/>
          <p:nvPr/>
        </p:nvSpPr>
        <p:spPr>
          <a:xfrm>
            <a:off x="1732421" y="2252786"/>
            <a:ext cx="9144000" cy="2586000"/>
          </a:xfrm>
          <a:prstGeom prst="rect">
            <a:avLst/>
          </a:prstGeom>
          <a:noFill/>
          <a:ln>
            <a:noFill/>
          </a:ln>
        </p:spPr>
        <p:txBody>
          <a:bodyPr spcFirstLastPara="1" wrap="square" lIns="91425" tIns="91425" rIns="91425" bIns="91425" anchor="t" anchorCtr="0">
            <a:spAutoFit/>
          </a:bodyPr>
          <a:lstStyle/>
          <a:p>
            <a:r>
              <a:rPr lang="ja-JP" altLang="en-US" sz="2800" u="sng">
                <a:latin typeface="Calibri"/>
                <a:ea typeface="Calibri"/>
                <a:cs typeface="Calibri"/>
                <a:sym typeface="Calibri"/>
              </a:rPr>
              <a:t>特徴表現と識別を分離することなく</a:t>
            </a:r>
            <a:endParaRPr sz="2800" u="sng" dirty="0">
              <a:latin typeface="Calibri"/>
              <a:ea typeface="Calibri"/>
              <a:cs typeface="Calibri"/>
              <a:sym typeface="Calibri"/>
            </a:endParaRPr>
          </a:p>
          <a:p>
            <a:r>
              <a:rPr lang="ja-JP" altLang="en-US" sz="2800" u="sng">
                <a:latin typeface="Calibri"/>
                <a:ea typeface="Calibri"/>
                <a:cs typeface="Calibri"/>
                <a:sym typeface="Calibri"/>
              </a:rPr>
              <a:t>特徴空間の変換そのものを利用して識別する方法</a:t>
            </a:r>
            <a:endParaRPr sz="2800" u="sng" dirty="0">
              <a:latin typeface="Calibri"/>
              <a:ea typeface="Calibri"/>
              <a:cs typeface="Calibri"/>
              <a:sym typeface="Calibri"/>
            </a:endParaRPr>
          </a:p>
          <a:p>
            <a:endParaRPr sz="2400" u="sng" dirty="0">
              <a:latin typeface="Calibri"/>
              <a:ea typeface="Calibri"/>
              <a:cs typeface="Calibri"/>
              <a:sym typeface="Calibri"/>
            </a:endParaRPr>
          </a:p>
          <a:p>
            <a:pPr marL="914400" indent="-406400">
              <a:buSzPts val="2800"/>
              <a:buFont typeface="Calibri"/>
              <a:buAutoNum type="arabicPeriod"/>
            </a:pPr>
            <a:r>
              <a:rPr lang="en-US" altLang="ja-JP" sz="2800">
                <a:latin typeface="Calibri"/>
                <a:ea typeface="Calibri"/>
                <a:cs typeface="Calibri"/>
                <a:sym typeface="Calibri"/>
              </a:rPr>
              <a:t>SELFIC</a:t>
            </a:r>
            <a:r>
              <a:rPr lang="ja-JP" altLang="en-US" sz="2800">
                <a:latin typeface="Calibri"/>
                <a:ea typeface="Calibri"/>
                <a:cs typeface="Calibri"/>
                <a:sym typeface="Calibri"/>
              </a:rPr>
              <a:t>法</a:t>
            </a:r>
            <a:endParaRPr sz="2800" dirty="0">
              <a:latin typeface="Calibri"/>
              <a:ea typeface="Calibri"/>
              <a:cs typeface="Calibri"/>
              <a:sym typeface="Calibri"/>
            </a:endParaRPr>
          </a:p>
          <a:p>
            <a:pPr marL="914400" indent="-406400">
              <a:buSzPts val="2800"/>
              <a:buFont typeface="Calibri"/>
              <a:buAutoNum type="arabicPeriod"/>
            </a:pPr>
            <a:r>
              <a:rPr lang="en-US" altLang="ja-JP" sz="2800">
                <a:latin typeface="Calibri"/>
                <a:ea typeface="Calibri"/>
                <a:cs typeface="Calibri"/>
                <a:sym typeface="Calibri"/>
              </a:rPr>
              <a:t>CLAFIC</a:t>
            </a:r>
            <a:r>
              <a:rPr lang="ja-JP" altLang="en-US" sz="2800">
                <a:latin typeface="Calibri"/>
                <a:ea typeface="Calibri"/>
                <a:cs typeface="Calibri"/>
                <a:sym typeface="Calibri"/>
              </a:rPr>
              <a:t>法</a:t>
            </a:r>
            <a:endParaRPr sz="2800" dirty="0">
              <a:latin typeface="Calibri"/>
              <a:ea typeface="Calibri"/>
              <a:cs typeface="Calibri"/>
              <a:sym typeface="Calibri"/>
            </a:endParaRPr>
          </a:p>
          <a:p>
            <a:endParaRPr sz="2000" dirty="0">
              <a:latin typeface="Calibri"/>
              <a:ea typeface="Calibri"/>
              <a:cs typeface="Calibri"/>
              <a:sym typeface="Calibri"/>
            </a:endParaRPr>
          </a:p>
        </p:txBody>
      </p:sp>
    </p:spTree>
    <p:extLst>
      <p:ext uri="{BB962C8B-B14F-4D97-AF65-F5344CB8AC3E}">
        <p14:creationId xmlns:p14="http://schemas.microsoft.com/office/powerpoint/2010/main" val="30202695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70"/>
        <p:cNvGrpSpPr/>
        <p:nvPr/>
      </p:nvGrpSpPr>
      <p:grpSpPr>
        <a:xfrm>
          <a:off x="0" y="0"/>
          <a:ext cx="0" cy="0"/>
          <a:chOff x="0" y="0"/>
          <a:chExt cx="0" cy="0"/>
        </a:xfrm>
      </p:grpSpPr>
      <p:sp>
        <p:nvSpPr>
          <p:cNvPr id="473" name="Google Shape;473;g254a6bbbaed_0_22"/>
          <p:cNvSpPr txBox="1">
            <a:spLocks noGrp="1"/>
          </p:cNvSpPr>
          <p:nvPr>
            <p:ph type="title"/>
          </p:nvPr>
        </p:nvSpPr>
        <p:spPr>
          <a:xfrm>
            <a:off x="277895" y="109030"/>
            <a:ext cx="9778315" cy="667131"/>
          </a:xfrm>
        </p:spPr>
        <p:txBody>
          <a:bodyPr spcFirstLastPara="1" vert="horz" wrap="square" lIns="91425" tIns="45700" rIns="91425" bIns="45700" rtlCol="0" anchor="ctr" anchorCtr="0">
            <a:normAutofit fontScale="90000"/>
          </a:bodyPr>
          <a:lstStyle/>
          <a:p>
            <a:r>
              <a:rPr lang="en" altLang="ja-JP"/>
              <a:t>1. SELFIC</a:t>
            </a:r>
            <a:r>
              <a:rPr lang="ja-JP" altLang="en-US"/>
              <a:t>法</a:t>
            </a:r>
            <a:endParaRPr lang="ja-JP" altLang="en-US" dirty="0"/>
          </a:p>
        </p:txBody>
      </p:sp>
      <p:sp>
        <p:nvSpPr>
          <p:cNvPr id="474" name="Google Shape;474;g254a6bbbaed_0_22"/>
          <p:cNvSpPr txBox="1">
            <a:spLocks noGrp="1"/>
          </p:cNvSpPr>
          <p:nvPr>
            <p:ph type="sldNum" idx="12"/>
          </p:nvPr>
        </p:nvSpPr>
        <p:spPr>
          <a:xfrm>
            <a:off x="11444346" y="-71929"/>
            <a:ext cx="896789" cy="476682"/>
          </a:xfrm>
        </p:spPr>
        <p:txBody>
          <a:bodyPr spcFirstLastPara="1" vert="horz" wrap="square" lIns="91425" tIns="45700" rIns="91425" bIns="45700" rtlCol="0" anchor="ctr" anchorCtr="0">
            <a:noAutofit/>
          </a:bodyPr>
          <a:lstStyle/>
          <a:p>
            <a:fld id="{00000000-1234-1234-1234-123412341234}" type="slidenum">
              <a:rPr lang="en-US" altLang="ja-JP"/>
              <a:pPr/>
              <a:t>20</a:t>
            </a:fld>
            <a:endParaRPr lang="en-US"/>
          </a:p>
        </p:txBody>
      </p:sp>
      <p:sp>
        <p:nvSpPr>
          <p:cNvPr id="2" name="Google Shape;551;g22eabc07916_0_162">
            <a:extLst>
              <a:ext uri="{FF2B5EF4-FFF2-40B4-BE49-F238E27FC236}">
                <a16:creationId xmlns:a16="http://schemas.microsoft.com/office/drawing/2014/main" id="{84447D62-4703-AB15-6FC9-4C7C6D2E6771}"/>
              </a:ext>
            </a:extLst>
          </p:cNvPr>
          <p:cNvSpPr txBox="1"/>
          <p:nvPr/>
        </p:nvSpPr>
        <p:spPr>
          <a:xfrm>
            <a:off x="1524000" y="981925"/>
            <a:ext cx="9144000" cy="4002000"/>
          </a:xfrm>
          <a:prstGeom prst="rect">
            <a:avLst/>
          </a:prstGeom>
          <a:noFill/>
          <a:ln>
            <a:noFill/>
          </a:ln>
        </p:spPr>
        <p:txBody>
          <a:bodyPr spcFirstLastPara="1" wrap="square" lIns="91425" tIns="91425" rIns="91425" bIns="91425" anchor="t" anchorCtr="0">
            <a:spAutoFit/>
          </a:bodyPr>
          <a:lstStyle/>
          <a:p>
            <a:endParaRPr sz="2400" u="sng">
              <a:latin typeface="Calibri"/>
              <a:ea typeface="Calibri"/>
              <a:cs typeface="Calibri"/>
              <a:sym typeface="Calibri"/>
            </a:endParaRPr>
          </a:p>
          <a:p>
            <a:r>
              <a:rPr lang="en-US" altLang="ja-JP" sz="2400" u="sng">
                <a:latin typeface="Calibri"/>
                <a:ea typeface="Calibri"/>
                <a:cs typeface="Calibri"/>
                <a:sym typeface="Calibri"/>
              </a:rPr>
              <a:t>[1]SELFIC</a:t>
            </a:r>
            <a:r>
              <a:rPr lang="ja-JP" altLang="en-US" sz="2400" u="sng">
                <a:latin typeface="Calibri"/>
                <a:ea typeface="Calibri"/>
                <a:cs typeface="Calibri"/>
                <a:sym typeface="Calibri"/>
              </a:rPr>
              <a:t>法</a:t>
            </a:r>
            <a:endParaRPr sz="2400" u="sng">
              <a:latin typeface="Calibri"/>
              <a:ea typeface="Calibri"/>
              <a:cs typeface="Calibri"/>
              <a:sym typeface="Calibri"/>
            </a:endParaRPr>
          </a:p>
          <a:p>
            <a:r>
              <a:rPr lang="ja-JP" altLang="en-US" sz="2000">
                <a:latin typeface="Calibri"/>
                <a:ea typeface="Calibri"/>
                <a:cs typeface="Calibri"/>
                <a:sym typeface="Calibri"/>
              </a:rPr>
              <a:t>特徴の数が多いと特徴空間が広大で</a:t>
            </a:r>
            <a:endParaRPr sz="2000">
              <a:latin typeface="Calibri"/>
              <a:ea typeface="Calibri"/>
              <a:cs typeface="Calibri"/>
              <a:sym typeface="Calibri"/>
            </a:endParaRPr>
          </a:p>
          <a:p>
            <a:r>
              <a:rPr lang="ja-JP" altLang="en-US" sz="2000">
                <a:latin typeface="Calibri"/>
                <a:ea typeface="Calibri"/>
                <a:cs typeface="Calibri"/>
                <a:sym typeface="Calibri"/>
              </a:rPr>
              <a:t>真のクラスのまとまりが正確に</a:t>
            </a:r>
            <a:endParaRPr sz="2000">
              <a:latin typeface="Calibri"/>
              <a:ea typeface="Calibri"/>
              <a:cs typeface="Calibri"/>
              <a:sym typeface="Calibri"/>
            </a:endParaRPr>
          </a:p>
          <a:p>
            <a:r>
              <a:rPr lang="ja-JP" altLang="en-US" sz="2000">
                <a:latin typeface="Calibri"/>
                <a:ea typeface="Calibri"/>
                <a:cs typeface="Calibri"/>
                <a:sym typeface="Calibri"/>
              </a:rPr>
              <a:t>推定不可能であり識別能力が劣化</a:t>
            </a:r>
            <a:endParaRPr sz="2000">
              <a:latin typeface="Calibri"/>
              <a:ea typeface="Calibri"/>
              <a:cs typeface="Calibri"/>
              <a:sym typeface="Calibri"/>
            </a:endParaRPr>
          </a:p>
          <a:p>
            <a:endParaRPr sz="2000">
              <a:latin typeface="Calibri"/>
              <a:ea typeface="Calibri"/>
              <a:cs typeface="Calibri"/>
              <a:sym typeface="Calibri"/>
            </a:endParaRPr>
          </a:p>
          <a:p>
            <a:endParaRPr sz="2000">
              <a:latin typeface="Calibri"/>
              <a:ea typeface="Calibri"/>
              <a:cs typeface="Calibri"/>
              <a:sym typeface="Calibri"/>
            </a:endParaRPr>
          </a:p>
          <a:p>
            <a:r>
              <a:rPr lang="ja-JP" altLang="en-US" sz="2000">
                <a:latin typeface="Calibri"/>
                <a:ea typeface="Calibri"/>
                <a:cs typeface="Calibri"/>
                <a:sym typeface="Calibri"/>
              </a:rPr>
              <a:t>主成分分析*を用い高次元なものの</a:t>
            </a:r>
            <a:endParaRPr sz="2000">
              <a:latin typeface="Calibri"/>
              <a:ea typeface="Calibri"/>
              <a:cs typeface="Calibri"/>
              <a:sym typeface="Calibri"/>
            </a:endParaRPr>
          </a:p>
          <a:p>
            <a:r>
              <a:rPr lang="ja-JP" altLang="en-US" sz="2000">
                <a:latin typeface="Calibri"/>
                <a:ea typeface="Calibri"/>
                <a:cs typeface="Calibri"/>
                <a:sym typeface="Calibri"/>
              </a:rPr>
              <a:t>不要な特徴を除去し低次元へ</a:t>
            </a:r>
            <a:endParaRPr sz="2000">
              <a:latin typeface="Calibri"/>
              <a:ea typeface="Calibri"/>
              <a:cs typeface="Calibri"/>
              <a:sym typeface="Calibri"/>
            </a:endParaRPr>
          </a:p>
          <a:p>
            <a:endParaRPr sz="2000">
              <a:latin typeface="Calibri"/>
              <a:ea typeface="Calibri"/>
              <a:cs typeface="Calibri"/>
              <a:sym typeface="Calibri"/>
            </a:endParaRPr>
          </a:p>
          <a:p>
            <a:endParaRPr sz="2000">
              <a:latin typeface="Calibri"/>
              <a:ea typeface="Calibri"/>
              <a:cs typeface="Calibri"/>
              <a:sym typeface="Calibri"/>
            </a:endParaRPr>
          </a:p>
          <a:p>
            <a:r>
              <a:rPr lang="ja-JP" altLang="en-US" sz="2000">
                <a:latin typeface="Calibri"/>
                <a:ea typeface="Calibri"/>
                <a:cs typeface="Calibri"/>
                <a:sym typeface="Calibri"/>
              </a:rPr>
              <a:t>近さに基づく識別を実行</a:t>
            </a:r>
            <a:endParaRPr sz="2000">
              <a:latin typeface="Calibri"/>
              <a:ea typeface="Calibri"/>
              <a:cs typeface="Calibri"/>
              <a:sym typeface="Calibri"/>
            </a:endParaRPr>
          </a:p>
        </p:txBody>
      </p:sp>
      <p:sp>
        <p:nvSpPr>
          <p:cNvPr id="3" name="Google Shape;552;g22eabc07916_0_162">
            <a:extLst>
              <a:ext uri="{FF2B5EF4-FFF2-40B4-BE49-F238E27FC236}">
                <a16:creationId xmlns:a16="http://schemas.microsoft.com/office/drawing/2014/main" id="{2833F2E8-BE7A-DF50-5BB3-A4981765F07F}"/>
              </a:ext>
            </a:extLst>
          </p:cNvPr>
          <p:cNvSpPr/>
          <p:nvPr/>
        </p:nvSpPr>
        <p:spPr>
          <a:xfrm>
            <a:off x="3326400" y="2780775"/>
            <a:ext cx="470100" cy="476700"/>
          </a:xfrm>
          <a:prstGeom prst="downArrow">
            <a:avLst>
              <a:gd name="adj1" fmla="val 50000"/>
              <a:gd name="adj2" fmla="val 50000"/>
            </a:avLst>
          </a:prstGeom>
          <a:solidFill>
            <a:srgbClr val="3D85C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4" name="Google Shape;553;g22eabc07916_0_162">
            <a:extLst>
              <a:ext uri="{FF2B5EF4-FFF2-40B4-BE49-F238E27FC236}">
                <a16:creationId xmlns:a16="http://schemas.microsoft.com/office/drawing/2014/main" id="{9DF60392-B817-CF02-0748-1A8E2DEEED0E}"/>
              </a:ext>
            </a:extLst>
          </p:cNvPr>
          <p:cNvSpPr txBox="1"/>
          <p:nvPr/>
        </p:nvSpPr>
        <p:spPr>
          <a:xfrm>
            <a:off x="669662" y="6517644"/>
            <a:ext cx="2891788" cy="461635"/>
          </a:xfrm>
          <a:prstGeom prst="rect">
            <a:avLst/>
          </a:prstGeom>
          <a:noFill/>
          <a:ln>
            <a:noFill/>
          </a:ln>
        </p:spPr>
        <p:txBody>
          <a:bodyPr spcFirstLastPara="1" wrap="square" lIns="91425" tIns="91425" rIns="91425" bIns="91425" anchor="t" anchorCtr="0">
            <a:spAutoFit/>
          </a:bodyPr>
          <a:lstStyle/>
          <a:p>
            <a:r>
              <a:rPr lang="ja-JP" altLang="en-US">
                <a:latin typeface="Calibri"/>
                <a:ea typeface="Calibri"/>
                <a:cs typeface="Calibri"/>
                <a:sym typeface="Calibri"/>
              </a:rPr>
              <a:t>主成分分析：</a:t>
            </a:r>
            <a:r>
              <a:rPr lang="en-US" altLang="ja-JP">
                <a:latin typeface="Calibri"/>
                <a:ea typeface="Calibri"/>
                <a:cs typeface="Calibri"/>
                <a:sym typeface="Calibri"/>
              </a:rPr>
              <a:t>12-3-2</a:t>
            </a:r>
            <a:r>
              <a:rPr lang="ja-JP" altLang="en-US">
                <a:latin typeface="Calibri"/>
                <a:ea typeface="Calibri"/>
                <a:cs typeface="Calibri"/>
                <a:sym typeface="Calibri"/>
              </a:rPr>
              <a:t>を参照</a:t>
            </a:r>
            <a:endParaRPr>
              <a:latin typeface="Calibri"/>
              <a:ea typeface="Calibri"/>
              <a:cs typeface="Calibri"/>
              <a:sym typeface="Calibri"/>
            </a:endParaRPr>
          </a:p>
        </p:txBody>
      </p:sp>
      <p:grpSp>
        <p:nvGrpSpPr>
          <p:cNvPr id="5" name="Google Shape;554;g22eabc07916_0_162">
            <a:extLst>
              <a:ext uri="{FF2B5EF4-FFF2-40B4-BE49-F238E27FC236}">
                <a16:creationId xmlns:a16="http://schemas.microsoft.com/office/drawing/2014/main" id="{71CE6A42-68D3-3B1D-5622-9DF8ED2282D8}"/>
              </a:ext>
            </a:extLst>
          </p:cNvPr>
          <p:cNvGrpSpPr/>
          <p:nvPr/>
        </p:nvGrpSpPr>
        <p:grpSpPr>
          <a:xfrm>
            <a:off x="6036789" y="1458075"/>
            <a:ext cx="4903325" cy="4557800"/>
            <a:chOff x="46500" y="1191225"/>
            <a:chExt cx="4903325" cy="4557800"/>
          </a:xfrm>
        </p:grpSpPr>
        <p:sp>
          <p:nvSpPr>
            <p:cNvPr id="6" name="Google Shape;555;g22eabc07916_0_162">
              <a:extLst>
                <a:ext uri="{FF2B5EF4-FFF2-40B4-BE49-F238E27FC236}">
                  <a16:creationId xmlns:a16="http://schemas.microsoft.com/office/drawing/2014/main" id="{6B45227E-34A1-6EFC-B6F9-AB6C2D25FADF}"/>
                </a:ext>
              </a:extLst>
            </p:cNvPr>
            <p:cNvSpPr/>
            <p:nvPr/>
          </p:nvSpPr>
          <p:spPr>
            <a:xfrm>
              <a:off x="46500" y="1246050"/>
              <a:ext cx="4710000" cy="4365900"/>
            </a:xfrm>
            <a:prstGeom prst="rect">
              <a:avLst/>
            </a:prstGeom>
            <a:solidFill>
              <a:schemeClr val="lt1"/>
            </a:solidFill>
            <a:ln w="9525" cap="flat" cmpd="sng">
              <a:solidFill>
                <a:schemeClr val="dk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sz="1700" b="1"/>
            </a:p>
          </p:txBody>
        </p:sp>
        <p:sp>
          <p:nvSpPr>
            <p:cNvPr id="7" name="Google Shape;556;g22eabc07916_0_162">
              <a:extLst>
                <a:ext uri="{FF2B5EF4-FFF2-40B4-BE49-F238E27FC236}">
                  <a16:creationId xmlns:a16="http://schemas.microsoft.com/office/drawing/2014/main" id="{A41443B3-AFE2-68A3-9248-B7424FAA0D15}"/>
                </a:ext>
              </a:extLst>
            </p:cNvPr>
            <p:cNvSpPr/>
            <p:nvPr/>
          </p:nvSpPr>
          <p:spPr>
            <a:xfrm rot="3975063">
              <a:off x="469612" y="1957337"/>
              <a:ext cx="3473544" cy="3139175"/>
            </a:xfrm>
            <a:prstGeom prst="parallelogram">
              <a:avLst>
                <a:gd name="adj" fmla="val 28846"/>
              </a:avLst>
            </a:prstGeom>
            <a:solidFill>
              <a:srgbClr val="FF9900">
                <a:alpha val="11320"/>
              </a:srgbClr>
            </a:solidFill>
            <a:ln w="9525" cap="flat" cmpd="sng">
              <a:solidFill>
                <a:srgbClr val="FF9900"/>
              </a:solidFill>
              <a:prstDash val="dot"/>
              <a:round/>
              <a:headEnd type="none" w="sm" len="sm"/>
              <a:tailEnd type="none" w="sm" len="sm"/>
            </a:ln>
          </p:spPr>
          <p:txBody>
            <a:bodyPr spcFirstLastPara="1" wrap="square" lIns="91425" tIns="91425" rIns="91425" bIns="91425" anchor="ctr" anchorCtr="0">
              <a:noAutofit/>
            </a:bodyPr>
            <a:lstStyle/>
            <a:p>
              <a:endParaRPr/>
            </a:p>
          </p:txBody>
        </p:sp>
        <p:cxnSp>
          <p:nvCxnSpPr>
            <p:cNvPr id="8" name="Google Shape;557;g22eabc07916_0_162">
              <a:extLst>
                <a:ext uri="{FF2B5EF4-FFF2-40B4-BE49-F238E27FC236}">
                  <a16:creationId xmlns:a16="http://schemas.microsoft.com/office/drawing/2014/main" id="{5A5E26B2-BA6C-FEDD-9CD0-1AD8C5CABBEE}"/>
                </a:ext>
              </a:extLst>
            </p:cNvPr>
            <p:cNvCxnSpPr/>
            <p:nvPr/>
          </p:nvCxnSpPr>
          <p:spPr>
            <a:xfrm flipH="1">
              <a:off x="460925" y="4064975"/>
              <a:ext cx="1390500" cy="1323900"/>
            </a:xfrm>
            <a:prstGeom prst="straightConnector1">
              <a:avLst/>
            </a:prstGeom>
            <a:noFill/>
            <a:ln w="28575" cap="flat" cmpd="sng">
              <a:solidFill>
                <a:schemeClr val="dk2"/>
              </a:solidFill>
              <a:prstDash val="solid"/>
              <a:round/>
              <a:headEnd type="none" w="med" len="med"/>
              <a:tailEnd type="stealth" w="med" len="med"/>
            </a:ln>
          </p:spPr>
        </p:cxnSp>
        <p:cxnSp>
          <p:nvCxnSpPr>
            <p:cNvPr id="9" name="Google Shape;558;g22eabc07916_0_162">
              <a:extLst>
                <a:ext uri="{FF2B5EF4-FFF2-40B4-BE49-F238E27FC236}">
                  <a16:creationId xmlns:a16="http://schemas.microsoft.com/office/drawing/2014/main" id="{C5800992-6EE8-DD15-E375-F122DCB3B394}"/>
                </a:ext>
              </a:extLst>
            </p:cNvPr>
            <p:cNvCxnSpPr/>
            <p:nvPr/>
          </p:nvCxnSpPr>
          <p:spPr>
            <a:xfrm>
              <a:off x="1851425" y="4064975"/>
              <a:ext cx="2771700" cy="19200"/>
            </a:xfrm>
            <a:prstGeom prst="straightConnector1">
              <a:avLst/>
            </a:prstGeom>
            <a:noFill/>
            <a:ln w="28575" cap="flat" cmpd="sng">
              <a:solidFill>
                <a:schemeClr val="dk2"/>
              </a:solidFill>
              <a:prstDash val="solid"/>
              <a:round/>
              <a:headEnd type="none" w="med" len="med"/>
              <a:tailEnd type="stealth" w="med" len="med"/>
            </a:ln>
          </p:spPr>
        </p:cxnSp>
        <p:cxnSp>
          <p:nvCxnSpPr>
            <p:cNvPr id="10" name="Google Shape;559;g22eabc07916_0_162">
              <a:extLst>
                <a:ext uri="{FF2B5EF4-FFF2-40B4-BE49-F238E27FC236}">
                  <a16:creationId xmlns:a16="http://schemas.microsoft.com/office/drawing/2014/main" id="{862B4242-C750-988A-50BF-1209E4C7ED52}"/>
                </a:ext>
              </a:extLst>
            </p:cNvPr>
            <p:cNvCxnSpPr/>
            <p:nvPr/>
          </p:nvCxnSpPr>
          <p:spPr>
            <a:xfrm rot="10800000">
              <a:off x="1803725" y="1359875"/>
              <a:ext cx="47700" cy="2705100"/>
            </a:xfrm>
            <a:prstGeom prst="straightConnector1">
              <a:avLst/>
            </a:prstGeom>
            <a:noFill/>
            <a:ln w="28575" cap="flat" cmpd="sng">
              <a:solidFill>
                <a:schemeClr val="dk2"/>
              </a:solidFill>
              <a:prstDash val="solid"/>
              <a:round/>
              <a:headEnd type="none" w="med" len="med"/>
              <a:tailEnd type="stealth" w="med" len="med"/>
            </a:ln>
          </p:spPr>
        </p:cxnSp>
        <p:sp>
          <p:nvSpPr>
            <p:cNvPr id="11" name="Google Shape;560;g22eabc07916_0_162">
              <a:extLst>
                <a:ext uri="{FF2B5EF4-FFF2-40B4-BE49-F238E27FC236}">
                  <a16:creationId xmlns:a16="http://schemas.microsoft.com/office/drawing/2014/main" id="{C3C7AD59-7FEA-0D2B-8FB7-25433F57F974}"/>
                </a:ext>
              </a:extLst>
            </p:cNvPr>
            <p:cNvSpPr txBox="1"/>
            <p:nvPr/>
          </p:nvSpPr>
          <p:spPr>
            <a:xfrm>
              <a:off x="1764300" y="3937075"/>
              <a:ext cx="389700" cy="492600"/>
            </a:xfrm>
            <a:prstGeom prst="rect">
              <a:avLst/>
            </a:prstGeom>
            <a:noFill/>
            <a:ln>
              <a:noFill/>
            </a:ln>
          </p:spPr>
          <p:txBody>
            <a:bodyPr spcFirstLastPara="1" wrap="square" lIns="91425" tIns="91425" rIns="91425" bIns="91425" anchor="t" anchorCtr="0">
              <a:spAutoFit/>
            </a:bodyPr>
            <a:lstStyle/>
            <a:p>
              <a:r>
                <a:rPr lang="en-US" altLang="ja-JP" sz="2000" b="1">
                  <a:latin typeface="Calibri"/>
                  <a:ea typeface="Calibri"/>
                  <a:cs typeface="Calibri"/>
                  <a:sym typeface="Calibri"/>
                </a:rPr>
                <a:t>0</a:t>
              </a:r>
              <a:endParaRPr sz="2000" b="1">
                <a:latin typeface="Calibri"/>
                <a:ea typeface="Calibri"/>
                <a:cs typeface="Calibri"/>
                <a:sym typeface="Calibri"/>
              </a:endParaRPr>
            </a:p>
          </p:txBody>
        </p:sp>
        <p:sp>
          <p:nvSpPr>
            <p:cNvPr id="12" name="Google Shape;561;g22eabc07916_0_162">
              <a:extLst>
                <a:ext uri="{FF2B5EF4-FFF2-40B4-BE49-F238E27FC236}">
                  <a16:creationId xmlns:a16="http://schemas.microsoft.com/office/drawing/2014/main" id="{139D6530-175C-C38C-94AF-A25A63D76E2C}"/>
                </a:ext>
              </a:extLst>
            </p:cNvPr>
            <p:cNvSpPr txBox="1"/>
            <p:nvPr/>
          </p:nvSpPr>
          <p:spPr>
            <a:xfrm>
              <a:off x="4022975" y="4084175"/>
              <a:ext cx="876600" cy="431100"/>
            </a:xfrm>
            <a:prstGeom prst="rect">
              <a:avLst/>
            </a:prstGeom>
            <a:noFill/>
            <a:ln>
              <a:noFill/>
            </a:ln>
          </p:spPr>
          <p:txBody>
            <a:bodyPr spcFirstLastPara="1" wrap="square" lIns="91425" tIns="91425" rIns="91425" bIns="91425" anchor="t" anchorCtr="0">
              <a:spAutoFit/>
            </a:bodyPr>
            <a:lstStyle/>
            <a:p>
              <a:r>
                <a:rPr lang="ja-JP" altLang="en-US" sz="1600" b="1">
                  <a:latin typeface="Calibri"/>
                  <a:ea typeface="Calibri"/>
                  <a:cs typeface="Calibri"/>
                  <a:sym typeface="Calibri"/>
                </a:rPr>
                <a:t>特徴２</a:t>
              </a:r>
              <a:endParaRPr sz="1600" b="1">
                <a:latin typeface="Calibri"/>
                <a:ea typeface="Calibri"/>
                <a:cs typeface="Calibri"/>
                <a:sym typeface="Calibri"/>
              </a:endParaRPr>
            </a:p>
          </p:txBody>
        </p:sp>
        <p:sp>
          <p:nvSpPr>
            <p:cNvPr id="13" name="Google Shape;562;g22eabc07916_0_162">
              <a:extLst>
                <a:ext uri="{FF2B5EF4-FFF2-40B4-BE49-F238E27FC236}">
                  <a16:creationId xmlns:a16="http://schemas.microsoft.com/office/drawing/2014/main" id="{04CF8CBA-9C52-DAEC-C07D-9AFC2E225944}"/>
                </a:ext>
              </a:extLst>
            </p:cNvPr>
            <p:cNvSpPr txBox="1"/>
            <p:nvPr/>
          </p:nvSpPr>
          <p:spPr>
            <a:xfrm>
              <a:off x="613025" y="5126025"/>
              <a:ext cx="876600" cy="431100"/>
            </a:xfrm>
            <a:prstGeom prst="rect">
              <a:avLst/>
            </a:prstGeom>
            <a:noFill/>
            <a:ln>
              <a:noFill/>
            </a:ln>
          </p:spPr>
          <p:txBody>
            <a:bodyPr spcFirstLastPara="1" wrap="square" lIns="91425" tIns="91425" rIns="91425" bIns="91425" anchor="t" anchorCtr="0">
              <a:spAutoFit/>
            </a:bodyPr>
            <a:lstStyle/>
            <a:p>
              <a:r>
                <a:rPr lang="ja-JP" altLang="en-US" sz="1600" b="1">
                  <a:latin typeface="Calibri"/>
                  <a:ea typeface="Calibri"/>
                  <a:cs typeface="Calibri"/>
                  <a:sym typeface="Calibri"/>
                </a:rPr>
                <a:t>特徴１</a:t>
              </a:r>
              <a:endParaRPr sz="1600" b="1">
                <a:latin typeface="Calibri"/>
                <a:ea typeface="Calibri"/>
                <a:cs typeface="Calibri"/>
                <a:sym typeface="Calibri"/>
              </a:endParaRPr>
            </a:p>
          </p:txBody>
        </p:sp>
        <p:sp>
          <p:nvSpPr>
            <p:cNvPr id="14" name="Google Shape;563;g22eabc07916_0_162">
              <a:extLst>
                <a:ext uri="{FF2B5EF4-FFF2-40B4-BE49-F238E27FC236}">
                  <a16:creationId xmlns:a16="http://schemas.microsoft.com/office/drawing/2014/main" id="{168C9D4D-0120-A845-DA6E-B542FA6AF8BE}"/>
                </a:ext>
              </a:extLst>
            </p:cNvPr>
            <p:cNvSpPr txBox="1"/>
            <p:nvPr/>
          </p:nvSpPr>
          <p:spPr>
            <a:xfrm>
              <a:off x="1803725" y="1191225"/>
              <a:ext cx="876600" cy="431100"/>
            </a:xfrm>
            <a:prstGeom prst="rect">
              <a:avLst/>
            </a:prstGeom>
            <a:noFill/>
            <a:ln>
              <a:noFill/>
            </a:ln>
          </p:spPr>
          <p:txBody>
            <a:bodyPr spcFirstLastPara="1" wrap="square" lIns="91425" tIns="91425" rIns="91425" bIns="91425" anchor="t" anchorCtr="0">
              <a:spAutoFit/>
            </a:bodyPr>
            <a:lstStyle/>
            <a:p>
              <a:r>
                <a:rPr lang="ja-JP" altLang="en-US" sz="1600" b="1">
                  <a:latin typeface="Calibri"/>
                  <a:ea typeface="Calibri"/>
                  <a:cs typeface="Calibri"/>
                  <a:sym typeface="Calibri"/>
                </a:rPr>
                <a:t>特徴３</a:t>
              </a:r>
              <a:endParaRPr sz="1600" b="1">
                <a:latin typeface="Calibri"/>
                <a:ea typeface="Calibri"/>
                <a:cs typeface="Calibri"/>
                <a:sym typeface="Calibri"/>
              </a:endParaRPr>
            </a:p>
          </p:txBody>
        </p:sp>
        <p:sp>
          <p:nvSpPr>
            <p:cNvPr id="15" name="Google Shape;564;g22eabc07916_0_162">
              <a:extLst>
                <a:ext uri="{FF2B5EF4-FFF2-40B4-BE49-F238E27FC236}">
                  <a16:creationId xmlns:a16="http://schemas.microsoft.com/office/drawing/2014/main" id="{725F2BFE-2870-3936-6505-F65881B25B5E}"/>
                </a:ext>
              </a:extLst>
            </p:cNvPr>
            <p:cNvSpPr/>
            <p:nvPr/>
          </p:nvSpPr>
          <p:spPr>
            <a:xfrm rot="-8495193">
              <a:off x="2210355" y="2483142"/>
              <a:ext cx="1209499" cy="554968"/>
            </a:xfrm>
            <a:prstGeom prst="ellipse">
              <a:avLst/>
            </a:prstGeom>
            <a:solidFill>
              <a:srgbClr val="FF0000">
                <a:alpha val="13090"/>
              </a:srgbClr>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16" name="Google Shape;565;g22eabc07916_0_162">
              <a:extLst>
                <a:ext uri="{FF2B5EF4-FFF2-40B4-BE49-F238E27FC236}">
                  <a16:creationId xmlns:a16="http://schemas.microsoft.com/office/drawing/2014/main" id="{72F88743-6C15-3C65-41F8-CD8426740BC6}"/>
                </a:ext>
              </a:extLst>
            </p:cNvPr>
            <p:cNvSpPr/>
            <p:nvPr/>
          </p:nvSpPr>
          <p:spPr>
            <a:xfrm rot="-1206120">
              <a:off x="1882576" y="3962034"/>
              <a:ext cx="1222896" cy="675371"/>
            </a:xfrm>
            <a:prstGeom prst="ellipse">
              <a:avLst/>
            </a:prstGeom>
            <a:solidFill>
              <a:srgbClr val="7DFF00">
                <a:alpha val="13090"/>
              </a:srgbClr>
            </a:solidFill>
            <a:ln w="9525" cap="flat" cmpd="sng">
              <a:solidFill>
                <a:srgbClr val="93C47D"/>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17" name="Google Shape;566;g22eabc07916_0_162">
              <a:extLst>
                <a:ext uri="{FF2B5EF4-FFF2-40B4-BE49-F238E27FC236}">
                  <a16:creationId xmlns:a16="http://schemas.microsoft.com/office/drawing/2014/main" id="{3A9510B7-BCBB-AAE5-EBA9-0365A9D06995}"/>
                </a:ext>
              </a:extLst>
            </p:cNvPr>
            <p:cNvSpPr/>
            <p:nvPr/>
          </p:nvSpPr>
          <p:spPr>
            <a:xfrm rot="-1123832">
              <a:off x="499662" y="2663270"/>
              <a:ext cx="1103333" cy="667123"/>
            </a:xfrm>
            <a:prstGeom prst="ellipse">
              <a:avLst/>
            </a:prstGeom>
            <a:solidFill>
              <a:srgbClr val="0026FF">
                <a:alpha val="13090"/>
              </a:srgbClr>
            </a:solidFill>
            <a:ln w="9525"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18" name="Google Shape;567;g22eabc07916_0_162">
              <a:extLst>
                <a:ext uri="{FF2B5EF4-FFF2-40B4-BE49-F238E27FC236}">
                  <a16:creationId xmlns:a16="http://schemas.microsoft.com/office/drawing/2014/main" id="{D5801B07-F1B2-BCF7-DBAE-1011E952F5FD}"/>
                </a:ext>
              </a:extLst>
            </p:cNvPr>
            <p:cNvSpPr/>
            <p:nvPr/>
          </p:nvSpPr>
          <p:spPr>
            <a:xfrm>
              <a:off x="2058745" y="3318870"/>
              <a:ext cx="171000" cy="171000"/>
            </a:xfrm>
            <a:prstGeom prst="flowChartConnector">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highlight>
                  <a:srgbClr val="FF0000"/>
                </a:highlight>
              </a:endParaRPr>
            </a:p>
          </p:txBody>
        </p:sp>
        <p:cxnSp>
          <p:nvCxnSpPr>
            <p:cNvPr id="19" name="Google Shape;568;g22eabc07916_0_162">
              <a:extLst>
                <a:ext uri="{FF2B5EF4-FFF2-40B4-BE49-F238E27FC236}">
                  <a16:creationId xmlns:a16="http://schemas.microsoft.com/office/drawing/2014/main" id="{0C5D4BBA-D0CE-B3DD-7A2F-0B7E9532BF08}"/>
                </a:ext>
              </a:extLst>
            </p:cNvPr>
            <p:cNvCxnSpPr/>
            <p:nvPr/>
          </p:nvCxnSpPr>
          <p:spPr>
            <a:xfrm rot="10800000" flipH="1">
              <a:off x="2153450" y="2772013"/>
              <a:ext cx="642600" cy="632100"/>
            </a:xfrm>
            <a:prstGeom prst="straightConnector1">
              <a:avLst/>
            </a:prstGeom>
            <a:noFill/>
            <a:ln w="28575" cap="flat" cmpd="sng">
              <a:solidFill>
                <a:schemeClr val="dk1"/>
              </a:solidFill>
              <a:prstDash val="solid"/>
              <a:round/>
              <a:headEnd type="none" w="med" len="med"/>
              <a:tailEnd type="none" w="med" len="med"/>
            </a:ln>
          </p:spPr>
        </p:cxnSp>
        <p:cxnSp>
          <p:nvCxnSpPr>
            <p:cNvPr id="20" name="Google Shape;569;g22eabc07916_0_162">
              <a:extLst>
                <a:ext uri="{FF2B5EF4-FFF2-40B4-BE49-F238E27FC236}">
                  <a16:creationId xmlns:a16="http://schemas.microsoft.com/office/drawing/2014/main" id="{C00034FE-1195-B4CF-5E0C-60FB8108DBF6}"/>
                </a:ext>
              </a:extLst>
            </p:cNvPr>
            <p:cNvCxnSpPr/>
            <p:nvPr/>
          </p:nvCxnSpPr>
          <p:spPr>
            <a:xfrm rot="10800000">
              <a:off x="2168753" y="3490028"/>
              <a:ext cx="272700" cy="881400"/>
            </a:xfrm>
            <a:prstGeom prst="straightConnector1">
              <a:avLst/>
            </a:prstGeom>
            <a:noFill/>
            <a:ln w="28575" cap="flat" cmpd="sng">
              <a:solidFill>
                <a:schemeClr val="dk1"/>
              </a:solidFill>
              <a:prstDash val="solid"/>
              <a:round/>
              <a:headEnd type="none" w="med" len="med"/>
              <a:tailEnd type="none" w="med" len="med"/>
            </a:ln>
          </p:spPr>
        </p:cxnSp>
        <p:cxnSp>
          <p:nvCxnSpPr>
            <p:cNvPr id="21" name="Google Shape;570;g22eabc07916_0_162">
              <a:extLst>
                <a:ext uri="{FF2B5EF4-FFF2-40B4-BE49-F238E27FC236}">
                  <a16:creationId xmlns:a16="http://schemas.microsoft.com/office/drawing/2014/main" id="{CDB36972-D424-DD3D-4259-5ADB15A8AF2C}"/>
                </a:ext>
              </a:extLst>
            </p:cNvPr>
            <p:cNvCxnSpPr/>
            <p:nvPr/>
          </p:nvCxnSpPr>
          <p:spPr>
            <a:xfrm rot="10800000">
              <a:off x="1099788" y="2979428"/>
              <a:ext cx="984000" cy="409200"/>
            </a:xfrm>
            <a:prstGeom prst="straightConnector1">
              <a:avLst/>
            </a:prstGeom>
            <a:noFill/>
            <a:ln w="28575" cap="flat" cmpd="sng">
              <a:solidFill>
                <a:schemeClr val="dk1"/>
              </a:solidFill>
              <a:prstDash val="solid"/>
              <a:round/>
              <a:headEnd type="none" w="med" len="med"/>
              <a:tailEnd type="none" w="med" len="med"/>
            </a:ln>
          </p:spPr>
        </p:cxnSp>
        <p:cxnSp>
          <p:nvCxnSpPr>
            <p:cNvPr id="22" name="Google Shape;571;g22eabc07916_0_162">
              <a:extLst>
                <a:ext uri="{FF2B5EF4-FFF2-40B4-BE49-F238E27FC236}">
                  <a16:creationId xmlns:a16="http://schemas.microsoft.com/office/drawing/2014/main" id="{A927A744-AD91-0194-0E73-03BD98ADAE56}"/>
                </a:ext>
              </a:extLst>
            </p:cNvPr>
            <p:cNvCxnSpPr/>
            <p:nvPr/>
          </p:nvCxnSpPr>
          <p:spPr>
            <a:xfrm rot="10800000" flipH="1">
              <a:off x="2153450" y="3150613"/>
              <a:ext cx="1774500" cy="253500"/>
            </a:xfrm>
            <a:prstGeom prst="straightConnector1">
              <a:avLst/>
            </a:prstGeom>
            <a:noFill/>
            <a:ln w="28575" cap="flat" cmpd="sng">
              <a:solidFill>
                <a:schemeClr val="dk1"/>
              </a:solidFill>
              <a:prstDash val="dot"/>
              <a:round/>
              <a:headEnd type="none" w="med" len="med"/>
              <a:tailEnd type="none" w="med" len="med"/>
            </a:ln>
          </p:spPr>
        </p:cxnSp>
        <p:sp>
          <p:nvSpPr>
            <p:cNvPr id="23" name="Google Shape;572;g22eabc07916_0_162">
              <a:extLst>
                <a:ext uri="{FF2B5EF4-FFF2-40B4-BE49-F238E27FC236}">
                  <a16:creationId xmlns:a16="http://schemas.microsoft.com/office/drawing/2014/main" id="{89EFDCEE-4891-AADD-7541-CD7AD52536A6}"/>
                </a:ext>
              </a:extLst>
            </p:cNvPr>
            <p:cNvSpPr txBox="1"/>
            <p:nvPr/>
          </p:nvSpPr>
          <p:spPr>
            <a:xfrm>
              <a:off x="3569225" y="2781275"/>
              <a:ext cx="1380600" cy="431100"/>
            </a:xfrm>
            <a:prstGeom prst="rect">
              <a:avLst/>
            </a:prstGeom>
            <a:noFill/>
            <a:ln>
              <a:noFill/>
            </a:ln>
          </p:spPr>
          <p:txBody>
            <a:bodyPr spcFirstLastPara="1" wrap="square" lIns="91425" tIns="91425" rIns="91425" bIns="91425" anchor="t" anchorCtr="0">
              <a:spAutoFit/>
            </a:bodyPr>
            <a:lstStyle/>
            <a:p>
              <a:r>
                <a:rPr lang="ja-JP" altLang="en-US" sz="1600" b="1">
                  <a:latin typeface="Calibri"/>
                  <a:ea typeface="Calibri"/>
                  <a:cs typeface="Calibri"/>
                  <a:sym typeface="Calibri"/>
                </a:rPr>
                <a:t>テスト画像</a:t>
              </a:r>
              <a:endParaRPr sz="1600" b="1">
                <a:latin typeface="Calibri"/>
                <a:ea typeface="Calibri"/>
                <a:cs typeface="Calibri"/>
                <a:sym typeface="Calibri"/>
              </a:endParaRPr>
            </a:p>
          </p:txBody>
        </p:sp>
        <p:sp>
          <p:nvSpPr>
            <p:cNvPr id="24" name="Google Shape;573;g22eabc07916_0_162">
              <a:extLst>
                <a:ext uri="{FF2B5EF4-FFF2-40B4-BE49-F238E27FC236}">
                  <a16:creationId xmlns:a16="http://schemas.microsoft.com/office/drawing/2014/main" id="{3545A1DA-9825-E0F5-5A3F-D7E9F79E1793}"/>
                </a:ext>
              </a:extLst>
            </p:cNvPr>
            <p:cNvSpPr txBox="1"/>
            <p:nvPr/>
          </p:nvSpPr>
          <p:spPr>
            <a:xfrm>
              <a:off x="2477400" y="2205050"/>
              <a:ext cx="1380600" cy="431100"/>
            </a:xfrm>
            <a:prstGeom prst="rect">
              <a:avLst/>
            </a:prstGeom>
            <a:noFill/>
            <a:ln>
              <a:noFill/>
            </a:ln>
          </p:spPr>
          <p:txBody>
            <a:bodyPr spcFirstLastPara="1" wrap="square" lIns="91425" tIns="91425" rIns="91425" bIns="91425" anchor="t" anchorCtr="0">
              <a:spAutoFit/>
            </a:bodyPr>
            <a:lstStyle/>
            <a:p>
              <a:r>
                <a:rPr lang="ja-JP" altLang="en-US" sz="1600" b="1">
                  <a:latin typeface="Calibri"/>
                  <a:ea typeface="Calibri"/>
                  <a:cs typeface="Calibri"/>
                  <a:sym typeface="Calibri"/>
                </a:rPr>
                <a:t>クラス１</a:t>
              </a:r>
              <a:endParaRPr sz="1600" b="1">
                <a:latin typeface="Calibri"/>
                <a:ea typeface="Calibri"/>
                <a:cs typeface="Calibri"/>
                <a:sym typeface="Calibri"/>
              </a:endParaRPr>
            </a:p>
          </p:txBody>
        </p:sp>
        <p:sp>
          <p:nvSpPr>
            <p:cNvPr id="25" name="Google Shape;574;g22eabc07916_0_162">
              <a:extLst>
                <a:ext uri="{FF2B5EF4-FFF2-40B4-BE49-F238E27FC236}">
                  <a16:creationId xmlns:a16="http://schemas.microsoft.com/office/drawing/2014/main" id="{D674698F-85D9-DB01-7BD9-4A0918CCF15B}"/>
                </a:ext>
              </a:extLst>
            </p:cNvPr>
            <p:cNvSpPr txBox="1"/>
            <p:nvPr/>
          </p:nvSpPr>
          <p:spPr>
            <a:xfrm>
              <a:off x="2058750" y="4457325"/>
              <a:ext cx="1380600" cy="431100"/>
            </a:xfrm>
            <a:prstGeom prst="rect">
              <a:avLst/>
            </a:prstGeom>
            <a:noFill/>
            <a:ln>
              <a:noFill/>
            </a:ln>
          </p:spPr>
          <p:txBody>
            <a:bodyPr spcFirstLastPara="1" wrap="square" lIns="91425" tIns="91425" rIns="91425" bIns="91425" anchor="t" anchorCtr="0">
              <a:spAutoFit/>
            </a:bodyPr>
            <a:lstStyle/>
            <a:p>
              <a:r>
                <a:rPr lang="ja-JP" altLang="en-US" sz="1600" b="1">
                  <a:latin typeface="Calibri"/>
                  <a:ea typeface="Calibri"/>
                  <a:cs typeface="Calibri"/>
                  <a:sym typeface="Calibri"/>
                </a:rPr>
                <a:t>クラス２</a:t>
              </a:r>
              <a:endParaRPr sz="1600" b="1">
                <a:latin typeface="Calibri"/>
                <a:ea typeface="Calibri"/>
                <a:cs typeface="Calibri"/>
                <a:sym typeface="Calibri"/>
              </a:endParaRPr>
            </a:p>
          </p:txBody>
        </p:sp>
        <p:sp>
          <p:nvSpPr>
            <p:cNvPr id="26" name="Google Shape;575;g22eabc07916_0_162">
              <a:extLst>
                <a:ext uri="{FF2B5EF4-FFF2-40B4-BE49-F238E27FC236}">
                  <a16:creationId xmlns:a16="http://schemas.microsoft.com/office/drawing/2014/main" id="{B414F733-196A-7108-9ADF-5DB2314A325F}"/>
                </a:ext>
              </a:extLst>
            </p:cNvPr>
            <p:cNvSpPr txBox="1"/>
            <p:nvPr/>
          </p:nvSpPr>
          <p:spPr>
            <a:xfrm>
              <a:off x="361025" y="2496875"/>
              <a:ext cx="1380600" cy="431100"/>
            </a:xfrm>
            <a:prstGeom prst="rect">
              <a:avLst/>
            </a:prstGeom>
            <a:noFill/>
            <a:ln>
              <a:noFill/>
            </a:ln>
          </p:spPr>
          <p:txBody>
            <a:bodyPr spcFirstLastPara="1" wrap="square" lIns="91425" tIns="91425" rIns="91425" bIns="91425" anchor="t" anchorCtr="0">
              <a:spAutoFit/>
            </a:bodyPr>
            <a:lstStyle/>
            <a:p>
              <a:r>
                <a:rPr lang="ja-JP" altLang="en-US" sz="1600" b="1">
                  <a:latin typeface="Calibri"/>
                  <a:ea typeface="Calibri"/>
                  <a:cs typeface="Calibri"/>
                  <a:sym typeface="Calibri"/>
                </a:rPr>
                <a:t>クラス３</a:t>
              </a:r>
              <a:endParaRPr sz="1600" b="1">
                <a:latin typeface="Calibri"/>
                <a:ea typeface="Calibri"/>
                <a:cs typeface="Calibri"/>
                <a:sym typeface="Calibri"/>
              </a:endParaRPr>
            </a:p>
          </p:txBody>
        </p:sp>
        <p:sp>
          <p:nvSpPr>
            <p:cNvPr id="27" name="Google Shape;576;g22eabc07916_0_162">
              <a:extLst>
                <a:ext uri="{FF2B5EF4-FFF2-40B4-BE49-F238E27FC236}">
                  <a16:creationId xmlns:a16="http://schemas.microsoft.com/office/drawing/2014/main" id="{4E038E9E-A648-0B51-FF4E-2F0847208302}"/>
                </a:ext>
              </a:extLst>
            </p:cNvPr>
            <p:cNvSpPr/>
            <p:nvPr/>
          </p:nvSpPr>
          <p:spPr>
            <a:xfrm>
              <a:off x="882275" y="2827763"/>
              <a:ext cx="338100" cy="338100"/>
            </a:xfrm>
            <a:prstGeom prst="plus">
              <a:avLst>
                <a:gd name="adj" fmla="val 42740"/>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28" name="Google Shape;577;g22eabc07916_0_162">
              <a:extLst>
                <a:ext uri="{FF2B5EF4-FFF2-40B4-BE49-F238E27FC236}">
                  <a16:creationId xmlns:a16="http://schemas.microsoft.com/office/drawing/2014/main" id="{960FCBF6-C2D9-1C0C-71D3-0050ADF6EBB3}"/>
                </a:ext>
              </a:extLst>
            </p:cNvPr>
            <p:cNvSpPr/>
            <p:nvPr/>
          </p:nvSpPr>
          <p:spPr>
            <a:xfrm>
              <a:off x="2324975" y="4177163"/>
              <a:ext cx="338100" cy="338100"/>
            </a:xfrm>
            <a:prstGeom prst="plus">
              <a:avLst>
                <a:gd name="adj" fmla="val 42740"/>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29" name="Google Shape;578;g22eabc07916_0_162">
              <a:extLst>
                <a:ext uri="{FF2B5EF4-FFF2-40B4-BE49-F238E27FC236}">
                  <a16:creationId xmlns:a16="http://schemas.microsoft.com/office/drawing/2014/main" id="{64D48385-6ED0-14CC-8425-97A8AF9A8C06}"/>
                </a:ext>
              </a:extLst>
            </p:cNvPr>
            <p:cNvSpPr/>
            <p:nvPr/>
          </p:nvSpPr>
          <p:spPr>
            <a:xfrm>
              <a:off x="2646050" y="2591563"/>
              <a:ext cx="338100" cy="338100"/>
            </a:xfrm>
            <a:prstGeom prst="plus">
              <a:avLst>
                <a:gd name="adj" fmla="val 42740"/>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grpSp>
      <p:sp>
        <p:nvSpPr>
          <p:cNvPr id="30" name="Google Shape;579;g22eabc07916_0_162">
            <a:extLst>
              <a:ext uri="{FF2B5EF4-FFF2-40B4-BE49-F238E27FC236}">
                <a16:creationId xmlns:a16="http://schemas.microsoft.com/office/drawing/2014/main" id="{DB7F2EBD-8442-5073-DC66-1EA3F366A0D2}"/>
              </a:ext>
            </a:extLst>
          </p:cNvPr>
          <p:cNvSpPr txBox="1"/>
          <p:nvPr/>
        </p:nvSpPr>
        <p:spPr>
          <a:xfrm>
            <a:off x="7238500" y="5841100"/>
            <a:ext cx="2499900" cy="461700"/>
          </a:xfrm>
          <a:prstGeom prst="rect">
            <a:avLst/>
          </a:prstGeom>
          <a:noFill/>
          <a:ln>
            <a:noFill/>
          </a:ln>
        </p:spPr>
        <p:txBody>
          <a:bodyPr spcFirstLastPara="1" wrap="square" lIns="91425" tIns="91425" rIns="91425" bIns="91425" anchor="t" anchorCtr="0">
            <a:spAutoFit/>
          </a:bodyPr>
          <a:lstStyle/>
          <a:p>
            <a:pPr algn="ctr"/>
            <a:r>
              <a:rPr lang="en-US" altLang="ja-JP" b="1">
                <a:latin typeface="Calibri"/>
                <a:ea typeface="Calibri"/>
                <a:cs typeface="Calibri"/>
                <a:sym typeface="Calibri"/>
              </a:rPr>
              <a:t>SELFIC</a:t>
            </a:r>
            <a:r>
              <a:rPr lang="ja-JP" altLang="en-US" b="1">
                <a:latin typeface="Calibri"/>
                <a:ea typeface="Calibri"/>
                <a:cs typeface="Calibri"/>
                <a:sym typeface="Calibri"/>
              </a:rPr>
              <a:t>法</a:t>
            </a:r>
            <a:endParaRPr b="1">
              <a:latin typeface="Calibri"/>
              <a:ea typeface="Calibri"/>
              <a:cs typeface="Calibri"/>
              <a:sym typeface="Calibri"/>
            </a:endParaRPr>
          </a:p>
        </p:txBody>
      </p:sp>
      <p:sp>
        <p:nvSpPr>
          <p:cNvPr id="31" name="Google Shape;580;g22eabc07916_0_162">
            <a:extLst>
              <a:ext uri="{FF2B5EF4-FFF2-40B4-BE49-F238E27FC236}">
                <a16:creationId xmlns:a16="http://schemas.microsoft.com/office/drawing/2014/main" id="{2C80D306-E6AC-6ABB-AE17-73B9FF1BFF19}"/>
              </a:ext>
            </a:extLst>
          </p:cNvPr>
          <p:cNvSpPr/>
          <p:nvPr/>
        </p:nvSpPr>
        <p:spPr>
          <a:xfrm>
            <a:off x="3326400" y="4014475"/>
            <a:ext cx="470100" cy="476700"/>
          </a:xfrm>
          <a:prstGeom prst="downArrow">
            <a:avLst>
              <a:gd name="adj1" fmla="val 50000"/>
              <a:gd name="adj2" fmla="val 50000"/>
            </a:avLst>
          </a:prstGeom>
          <a:solidFill>
            <a:srgbClr val="3D85C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85"/>
        <p:cNvGrpSpPr/>
        <p:nvPr/>
      </p:nvGrpSpPr>
      <p:grpSpPr>
        <a:xfrm>
          <a:off x="0" y="0"/>
          <a:ext cx="0" cy="0"/>
          <a:chOff x="0" y="0"/>
          <a:chExt cx="0" cy="0"/>
        </a:xfrm>
      </p:grpSpPr>
      <p:sp>
        <p:nvSpPr>
          <p:cNvPr id="586" name="Google Shape;586;g22eabc07916_0_101"/>
          <p:cNvSpPr txBox="1">
            <a:spLocks noGrp="1"/>
          </p:cNvSpPr>
          <p:nvPr>
            <p:ph type="title"/>
          </p:nvPr>
        </p:nvSpPr>
        <p:spPr>
          <a:xfrm>
            <a:off x="277895" y="109030"/>
            <a:ext cx="9778315" cy="667131"/>
          </a:xfrm>
        </p:spPr>
        <p:txBody>
          <a:bodyPr spcFirstLastPara="1" vert="horz" wrap="square" lIns="91425" tIns="45700" rIns="91425" bIns="45700" rtlCol="0" anchor="ctr" anchorCtr="0">
            <a:normAutofit fontScale="90000"/>
          </a:bodyPr>
          <a:lstStyle/>
          <a:p>
            <a:r>
              <a:rPr lang="en" altLang="ja-JP"/>
              <a:t>2. CLAFIC</a:t>
            </a:r>
            <a:r>
              <a:rPr lang="ja-JP" altLang="en-US"/>
              <a:t>法②</a:t>
            </a:r>
          </a:p>
        </p:txBody>
      </p:sp>
      <p:sp>
        <p:nvSpPr>
          <p:cNvPr id="587" name="Google Shape;587;g22eabc07916_0_101"/>
          <p:cNvSpPr txBox="1">
            <a:spLocks noGrp="1"/>
          </p:cNvSpPr>
          <p:nvPr>
            <p:ph type="sldNum" idx="12"/>
          </p:nvPr>
        </p:nvSpPr>
        <p:spPr>
          <a:xfrm>
            <a:off x="11444346" y="-71929"/>
            <a:ext cx="896789" cy="476682"/>
          </a:xfrm>
        </p:spPr>
        <p:txBody>
          <a:bodyPr spcFirstLastPara="1" vert="horz" wrap="square" lIns="91425" tIns="45700" rIns="91425" bIns="45700" rtlCol="0" anchor="ctr" anchorCtr="0">
            <a:noAutofit/>
          </a:bodyPr>
          <a:lstStyle/>
          <a:p>
            <a:fld id="{00000000-1234-1234-1234-123412341234}" type="slidenum">
              <a:rPr lang="en-US" altLang="ja-JP"/>
              <a:pPr/>
              <a:t>21</a:t>
            </a:fld>
            <a:endParaRPr lang="en-US"/>
          </a:p>
        </p:txBody>
      </p:sp>
      <p:sp>
        <p:nvSpPr>
          <p:cNvPr id="588" name="Google Shape;588;g22eabc07916_0_101"/>
          <p:cNvSpPr/>
          <p:nvPr/>
        </p:nvSpPr>
        <p:spPr>
          <a:xfrm>
            <a:off x="6053800" y="2499925"/>
            <a:ext cx="4710000" cy="4365900"/>
          </a:xfrm>
          <a:prstGeom prst="rect">
            <a:avLst/>
          </a:prstGeom>
          <a:solidFill>
            <a:schemeClr val="lt1"/>
          </a:solidFill>
          <a:ln w="9525" cap="flat" cmpd="sng">
            <a:solidFill>
              <a:schemeClr val="dk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sz="1700" b="1"/>
          </a:p>
        </p:txBody>
      </p:sp>
      <p:sp>
        <p:nvSpPr>
          <p:cNvPr id="589" name="Google Shape;589;g22eabc07916_0_101"/>
          <p:cNvSpPr/>
          <p:nvPr/>
        </p:nvSpPr>
        <p:spPr>
          <a:xfrm rot="-381494">
            <a:off x="6454603" y="3774684"/>
            <a:ext cx="1893547" cy="645693"/>
          </a:xfrm>
          <a:prstGeom prst="parallelogram">
            <a:avLst>
              <a:gd name="adj" fmla="val 108780"/>
            </a:avLst>
          </a:prstGeom>
          <a:solidFill>
            <a:srgbClr val="0026FF">
              <a:alpha val="13090"/>
            </a:srgbClr>
          </a:solidFill>
          <a:ln w="9525" cap="flat" cmpd="sng">
            <a:solidFill>
              <a:srgbClr val="4A86E8"/>
            </a:solidFill>
            <a:prstDash val="dash"/>
            <a:round/>
            <a:headEnd type="none" w="sm" len="sm"/>
            <a:tailEnd type="none" w="sm" len="sm"/>
          </a:ln>
        </p:spPr>
        <p:txBody>
          <a:bodyPr spcFirstLastPara="1" wrap="square" lIns="91425" tIns="91425" rIns="91425" bIns="91425" anchor="ctr" anchorCtr="0">
            <a:noAutofit/>
          </a:bodyPr>
          <a:lstStyle/>
          <a:p>
            <a:endParaRPr/>
          </a:p>
        </p:txBody>
      </p:sp>
      <p:cxnSp>
        <p:nvCxnSpPr>
          <p:cNvPr id="590" name="Google Shape;590;g22eabc07916_0_101"/>
          <p:cNvCxnSpPr/>
          <p:nvPr/>
        </p:nvCxnSpPr>
        <p:spPr>
          <a:xfrm flipH="1">
            <a:off x="6468225" y="5318850"/>
            <a:ext cx="1390500" cy="1323900"/>
          </a:xfrm>
          <a:prstGeom prst="straightConnector1">
            <a:avLst/>
          </a:prstGeom>
          <a:noFill/>
          <a:ln w="28575" cap="flat" cmpd="sng">
            <a:solidFill>
              <a:schemeClr val="dk2"/>
            </a:solidFill>
            <a:prstDash val="solid"/>
            <a:round/>
            <a:headEnd type="none" w="med" len="med"/>
            <a:tailEnd type="stealth" w="med" len="med"/>
          </a:ln>
        </p:spPr>
      </p:cxnSp>
      <p:cxnSp>
        <p:nvCxnSpPr>
          <p:cNvPr id="591" name="Google Shape;591;g22eabc07916_0_101"/>
          <p:cNvCxnSpPr/>
          <p:nvPr/>
        </p:nvCxnSpPr>
        <p:spPr>
          <a:xfrm>
            <a:off x="7858725" y="5318850"/>
            <a:ext cx="2771700" cy="19200"/>
          </a:xfrm>
          <a:prstGeom prst="straightConnector1">
            <a:avLst/>
          </a:prstGeom>
          <a:noFill/>
          <a:ln w="28575" cap="flat" cmpd="sng">
            <a:solidFill>
              <a:schemeClr val="dk2"/>
            </a:solidFill>
            <a:prstDash val="solid"/>
            <a:round/>
            <a:headEnd type="none" w="med" len="med"/>
            <a:tailEnd type="stealth" w="med" len="med"/>
          </a:ln>
        </p:spPr>
      </p:cxnSp>
      <p:cxnSp>
        <p:nvCxnSpPr>
          <p:cNvPr id="592" name="Google Shape;592;g22eabc07916_0_101"/>
          <p:cNvCxnSpPr/>
          <p:nvPr/>
        </p:nvCxnSpPr>
        <p:spPr>
          <a:xfrm rot="10800000">
            <a:off x="7811025" y="2613750"/>
            <a:ext cx="47700" cy="2705100"/>
          </a:xfrm>
          <a:prstGeom prst="straightConnector1">
            <a:avLst/>
          </a:prstGeom>
          <a:noFill/>
          <a:ln w="28575" cap="flat" cmpd="sng">
            <a:solidFill>
              <a:schemeClr val="dk2"/>
            </a:solidFill>
            <a:prstDash val="solid"/>
            <a:round/>
            <a:headEnd type="none" w="med" len="med"/>
            <a:tailEnd type="stealth" w="med" len="med"/>
          </a:ln>
        </p:spPr>
      </p:cxnSp>
      <p:sp>
        <p:nvSpPr>
          <p:cNvPr id="593" name="Google Shape;593;g22eabc07916_0_101"/>
          <p:cNvSpPr txBox="1"/>
          <p:nvPr/>
        </p:nvSpPr>
        <p:spPr>
          <a:xfrm>
            <a:off x="7771600" y="5190950"/>
            <a:ext cx="389700" cy="492600"/>
          </a:xfrm>
          <a:prstGeom prst="rect">
            <a:avLst/>
          </a:prstGeom>
          <a:noFill/>
          <a:ln>
            <a:noFill/>
          </a:ln>
        </p:spPr>
        <p:txBody>
          <a:bodyPr spcFirstLastPara="1" wrap="square" lIns="91425" tIns="91425" rIns="91425" bIns="91425" anchor="t" anchorCtr="0">
            <a:spAutoFit/>
          </a:bodyPr>
          <a:lstStyle/>
          <a:p>
            <a:r>
              <a:rPr lang="en-US" altLang="ja-JP" sz="2000" b="1">
                <a:latin typeface="Calibri"/>
                <a:ea typeface="Calibri"/>
                <a:cs typeface="Calibri"/>
                <a:sym typeface="Calibri"/>
              </a:rPr>
              <a:t>0</a:t>
            </a:r>
            <a:endParaRPr sz="2000" b="1">
              <a:latin typeface="Calibri"/>
              <a:ea typeface="Calibri"/>
              <a:cs typeface="Calibri"/>
              <a:sym typeface="Calibri"/>
            </a:endParaRPr>
          </a:p>
        </p:txBody>
      </p:sp>
      <p:sp>
        <p:nvSpPr>
          <p:cNvPr id="594" name="Google Shape;594;g22eabc07916_0_101"/>
          <p:cNvSpPr txBox="1"/>
          <p:nvPr/>
        </p:nvSpPr>
        <p:spPr>
          <a:xfrm>
            <a:off x="10030275" y="5338050"/>
            <a:ext cx="876600" cy="431100"/>
          </a:xfrm>
          <a:prstGeom prst="rect">
            <a:avLst/>
          </a:prstGeom>
          <a:noFill/>
          <a:ln>
            <a:noFill/>
          </a:ln>
        </p:spPr>
        <p:txBody>
          <a:bodyPr spcFirstLastPara="1" wrap="square" lIns="91425" tIns="91425" rIns="91425" bIns="91425" anchor="t" anchorCtr="0">
            <a:spAutoFit/>
          </a:bodyPr>
          <a:lstStyle/>
          <a:p>
            <a:r>
              <a:rPr lang="ja-JP" altLang="en-US" sz="1600" b="1">
                <a:latin typeface="Calibri"/>
                <a:ea typeface="Calibri"/>
                <a:cs typeface="Calibri"/>
                <a:sym typeface="Calibri"/>
              </a:rPr>
              <a:t>特徴２</a:t>
            </a:r>
            <a:endParaRPr sz="1600" b="1">
              <a:latin typeface="Calibri"/>
              <a:ea typeface="Calibri"/>
              <a:cs typeface="Calibri"/>
              <a:sym typeface="Calibri"/>
            </a:endParaRPr>
          </a:p>
        </p:txBody>
      </p:sp>
      <p:sp>
        <p:nvSpPr>
          <p:cNvPr id="595" name="Google Shape;595;g22eabc07916_0_101"/>
          <p:cNvSpPr txBox="1"/>
          <p:nvPr/>
        </p:nvSpPr>
        <p:spPr>
          <a:xfrm>
            <a:off x="6620325" y="6379900"/>
            <a:ext cx="876600" cy="431100"/>
          </a:xfrm>
          <a:prstGeom prst="rect">
            <a:avLst/>
          </a:prstGeom>
          <a:noFill/>
          <a:ln>
            <a:noFill/>
          </a:ln>
        </p:spPr>
        <p:txBody>
          <a:bodyPr spcFirstLastPara="1" wrap="square" lIns="91425" tIns="91425" rIns="91425" bIns="91425" anchor="t" anchorCtr="0">
            <a:spAutoFit/>
          </a:bodyPr>
          <a:lstStyle/>
          <a:p>
            <a:r>
              <a:rPr lang="ja-JP" altLang="en-US" sz="1600" b="1">
                <a:latin typeface="Calibri"/>
                <a:ea typeface="Calibri"/>
                <a:cs typeface="Calibri"/>
                <a:sym typeface="Calibri"/>
              </a:rPr>
              <a:t>特徴１</a:t>
            </a:r>
            <a:endParaRPr sz="1600" b="1">
              <a:latin typeface="Calibri"/>
              <a:ea typeface="Calibri"/>
              <a:cs typeface="Calibri"/>
              <a:sym typeface="Calibri"/>
            </a:endParaRPr>
          </a:p>
        </p:txBody>
      </p:sp>
      <p:sp>
        <p:nvSpPr>
          <p:cNvPr id="596" name="Google Shape;596;g22eabc07916_0_101"/>
          <p:cNvSpPr txBox="1"/>
          <p:nvPr/>
        </p:nvSpPr>
        <p:spPr>
          <a:xfrm>
            <a:off x="7811025" y="2445100"/>
            <a:ext cx="876600" cy="431100"/>
          </a:xfrm>
          <a:prstGeom prst="rect">
            <a:avLst/>
          </a:prstGeom>
          <a:noFill/>
          <a:ln>
            <a:noFill/>
          </a:ln>
        </p:spPr>
        <p:txBody>
          <a:bodyPr spcFirstLastPara="1" wrap="square" lIns="91425" tIns="91425" rIns="91425" bIns="91425" anchor="t" anchorCtr="0">
            <a:spAutoFit/>
          </a:bodyPr>
          <a:lstStyle/>
          <a:p>
            <a:r>
              <a:rPr lang="ja-JP" altLang="en-US" sz="1600" b="1">
                <a:latin typeface="Calibri"/>
                <a:ea typeface="Calibri"/>
                <a:cs typeface="Calibri"/>
                <a:sym typeface="Calibri"/>
              </a:rPr>
              <a:t>特徴３</a:t>
            </a:r>
            <a:endParaRPr sz="1600" b="1">
              <a:latin typeface="Calibri"/>
              <a:ea typeface="Calibri"/>
              <a:cs typeface="Calibri"/>
              <a:sym typeface="Calibri"/>
            </a:endParaRPr>
          </a:p>
        </p:txBody>
      </p:sp>
      <p:cxnSp>
        <p:nvCxnSpPr>
          <p:cNvPr id="597" name="Google Shape;597;g22eabc07916_0_101"/>
          <p:cNvCxnSpPr/>
          <p:nvPr/>
        </p:nvCxnSpPr>
        <p:spPr>
          <a:xfrm rot="10800000" flipH="1">
            <a:off x="8160750" y="3687788"/>
            <a:ext cx="954600" cy="970200"/>
          </a:xfrm>
          <a:prstGeom prst="straightConnector1">
            <a:avLst/>
          </a:prstGeom>
          <a:noFill/>
          <a:ln w="28575" cap="flat" cmpd="sng">
            <a:solidFill>
              <a:schemeClr val="dk1"/>
            </a:solidFill>
            <a:prstDash val="solid"/>
            <a:round/>
            <a:headEnd type="none" w="med" len="med"/>
            <a:tailEnd type="none" w="med" len="med"/>
          </a:ln>
        </p:spPr>
      </p:cxnSp>
      <p:cxnSp>
        <p:nvCxnSpPr>
          <p:cNvPr id="598" name="Google Shape;598;g22eabc07916_0_101"/>
          <p:cNvCxnSpPr/>
          <p:nvPr/>
        </p:nvCxnSpPr>
        <p:spPr>
          <a:xfrm rot="10800000">
            <a:off x="8176175" y="4743950"/>
            <a:ext cx="190500" cy="1079400"/>
          </a:xfrm>
          <a:prstGeom prst="straightConnector1">
            <a:avLst/>
          </a:prstGeom>
          <a:noFill/>
          <a:ln w="28575" cap="flat" cmpd="sng">
            <a:solidFill>
              <a:schemeClr val="dk1"/>
            </a:solidFill>
            <a:prstDash val="solid"/>
            <a:round/>
            <a:headEnd type="none" w="med" len="med"/>
            <a:tailEnd type="none" w="med" len="med"/>
          </a:ln>
        </p:spPr>
      </p:cxnSp>
      <p:cxnSp>
        <p:nvCxnSpPr>
          <p:cNvPr id="599" name="Google Shape;599;g22eabc07916_0_101"/>
          <p:cNvCxnSpPr>
            <a:stCxn id="600" idx="1"/>
          </p:cNvCxnSpPr>
          <p:nvPr/>
        </p:nvCxnSpPr>
        <p:spPr>
          <a:xfrm rot="10800000">
            <a:off x="7481788" y="4002588"/>
            <a:ext cx="609300" cy="595200"/>
          </a:xfrm>
          <a:prstGeom prst="straightConnector1">
            <a:avLst/>
          </a:prstGeom>
          <a:noFill/>
          <a:ln w="28575" cap="flat" cmpd="sng">
            <a:solidFill>
              <a:schemeClr val="dk1"/>
            </a:solidFill>
            <a:prstDash val="solid"/>
            <a:round/>
            <a:headEnd type="none" w="med" len="med"/>
            <a:tailEnd type="none" w="med" len="med"/>
          </a:ln>
        </p:spPr>
      </p:cxnSp>
      <p:cxnSp>
        <p:nvCxnSpPr>
          <p:cNvPr id="601" name="Google Shape;601;g22eabc07916_0_101"/>
          <p:cNvCxnSpPr>
            <a:endCxn id="602" idx="1"/>
          </p:cNvCxnSpPr>
          <p:nvPr/>
        </p:nvCxnSpPr>
        <p:spPr>
          <a:xfrm rot="10800000" flipH="1">
            <a:off x="8160750" y="4531250"/>
            <a:ext cx="1432800" cy="126600"/>
          </a:xfrm>
          <a:prstGeom prst="straightConnector1">
            <a:avLst/>
          </a:prstGeom>
          <a:noFill/>
          <a:ln w="28575" cap="flat" cmpd="sng">
            <a:solidFill>
              <a:schemeClr val="dk1"/>
            </a:solidFill>
            <a:prstDash val="dot"/>
            <a:round/>
            <a:headEnd type="none" w="med" len="med"/>
            <a:tailEnd type="none" w="med" len="med"/>
          </a:ln>
        </p:spPr>
      </p:cxnSp>
      <p:sp>
        <p:nvSpPr>
          <p:cNvPr id="602" name="Google Shape;602;g22eabc07916_0_101"/>
          <p:cNvSpPr txBox="1"/>
          <p:nvPr/>
        </p:nvSpPr>
        <p:spPr>
          <a:xfrm>
            <a:off x="9593550" y="4315700"/>
            <a:ext cx="1380600" cy="431100"/>
          </a:xfrm>
          <a:prstGeom prst="rect">
            <a:avLst/>
          </a:prstGeom>
          <a:noFill/>
          <a:ln>
            <a:noFill/>
          </a:ln>
        </p:spPr>
        <p:txBody>
          <a:bodyPr spcFirstLastPara="1" wrap="square" lIns="91425" tIns="91425" rIns="91425" bIns="91425" anchor="t" anchorCtr="0">
            <a:spAutoFit/>
          </a:bodyPr>
          <a:lstStyle/>
          <a:p>
            <a:r>
              <a:rPr lang="ja-JP" altLang="en-US" sz="1600" b="1">
                <a:latin typeface="Calibri"/>
                <a:ea typeface="Calibri"/>
                <a:cs typeface="Calibri"/>
                <a:sym typeface="Calibri"/>
              </a:rPr>
              <a:t>テスト画像</a:t>
            </a:r>
            <a:endParaRPr sz="1600" b="1">
              <a:latin typeface="Calibri"/>
              <a:ea typeface="Calibri"/>
              <a:cs typeface="Calibri"/>
              <a:sym typeface="Calibri"/>
            </a:endParaRPr>
          </a:p>
        </p:txBody>
      </p:sp>
      <p:sp>
        <p:nvSpPr>
          <p:cNvPr id="603" name="Google Shape;603;g22eabc07916_0_101"/>
          <p:cNvSpPr txBox="1"/>
          <p:nvPr/>
        </p:nvSpPr>
        <p:spPr>
          <a:xfrm>
            <a:off x="9249825" y="3561963"/>
            <a:ext cx="1380600" cy="431100"/>
          </a:xfrm>
          <a:prstGeom prst="rect">
            <a:avLst/>
          </a:prstGeom>
          <a:noFill/>
          <a:ln>
            <a:noFill/>
          </a:ln>
        </p:spPr>
        <p:txBody>
          <a:bodyPr spcFirstLastPara="1" wrap="square" lIns="91425" tIns="91425" rIns="91425" bIns="91425" anchor="t" anchorCtr="0">
            <a:spAutoFit/>
          </a:bodyPr>
          <a:lstStyle/>
          <a:p>
            <a:r>
              <a:rPr lang="ja-JP" altLang="en-US" sz="1600" b="1">
                <a:latin typeface="Calibri"/>
                <a:ea typeface="Calibri"/>
                <a:cs typeface="Calibri"/>
                <a:sym typeface="Calibri"/>
              </a:rPr>
              <a:t>クラス１</a:t>
            </a:r>
            <a:endParaRPr sz="1600" b="1">
              <a:latin typeface="Calibri"/>
              <a:ea typeface="Calibri"/>
              <a:cs typeface="Calibri"/>
              <a:sym typeface="Calibri"/>
            </a:endParaRPr>
          </a:p>
        </p:txBody>
      </p:sp>
      <p:sp>
        <p:nvSpPr>
          <p:cNvPr id="604" name="Google Shape;604;g22eabc07916_0_101"/>
          <p:cNvSpPr txBox="1"/>
          <p:nvPr/>
        </p:nvSpPr>
        <p:spPr>
          <a:xfrm>
            <a:off x="8689875" y="5467825"/>
            <a:ext cx="1380600" cy="431100"/>
          </a:xfrm>
          <a:prstGeom prst="rect">
            <a:avLst/>
          </a:prstGeom>
          <a:noFill/>
          <a:ln>
            <a:noFill/>
          </a:ln>
        </p:spPr>
        <p:txBody>
          <a:bodyPr spcFirstLastPara="1" wrap="square" lIns="91425" tIns="91425" rIns="91425" bIns="91425" anchor="t" anchorCtr="0">
            <a:spAutoFit/>
          </a:bodyPr>
          <a:lstStyle/>
          <a:p>
            <a:r>
              <a:rPr lang="ja-JP" altLang="en-US" sz="1600" b="1">
                <a:latin typeface="Calibri"/>
                <a:ea typeface="Calibri"/>
                <a:cs typeface="Calibri"/>
                <a:sym typeface="Calibri"/>
              </a:rPr>
              <a:t>クラス２</a:t>
            </a:r>
            <a:endParaRPr sz="1600" b="1">
              <a:latin typeface="Calibri"/>
              <a:ea typeface="Calibri"/>
              <a:cs typeface="Calibri"/>
              <a:sym typeface="Calibri"/>
            </a:endParaRPr>
          </a:p>
        </p:txBody>
      </p:sp>
      <p:sp>
        <p:nvSpPr>
          <p:cNvPr id="605" name="Google Shape;605;g22eabc07916_0_101"/>
          <p:cNvSpPr txBox="1"/>
          <p:nvPr/>
        </p:nvSpPr>
        <p:spPr>
          <a:xfrm>
            <a:off x="6368325" y="3750750"/>
            <a:ext cx="1380600" cy="431100"/>
          </a:xfrm>
          <a:prstGeom prst="rect">
            <a:avLst/>
          </a:prstGeom>
          <a:noFill/>
          <a:ln>
            <a:noFill/>
          </a:ln>
        </p:spPr>
        <p:txBody>
          <a:bodyPr spcFirstLastPara="1" wrap="square" lIns="91425" tIns="91425" rIns="91425" bIns="91425" anchor="t" anchorCtr="0">
            <a:spAutoFit/>
          </a:bodyPr>
          <a:lstStyle/>
          <a:p>
            <a:r>
              <a:rPr lang="ja-JP" altLang="en-US" sz="1600" b="1">
                <a:latin typeface="Calibri"/>
                <a:ea typeface="Calibri"/>
                <a:cs typeface="Calibri"/>
                <a:sym typeface="Calibri"/>
              </a:rPr>
              <a:t>クラス３</a:t>
            </a:r>
            <a:endParaRPr sz="1600" b="1">
              <a:latin typeface="Calibri"/>
              <a:ea typeface="Calibri"/>
              <a:cs typeface="Calibri"/>
              <a:sym typeface="Calibri"/>
            </a:endParaRPr>
          </a:p>
        </p:txBody>
      </p:sp>
      <p:sp>
        <p:nvSpPr>
          <p:cNvPr id="606" name="Google Shape;606;g22eabc07916_0_101"/>
          <p:cNvSpPr txBox="1"/>
          <p:nvPr/>
        </p:nvSpPr>
        <p:spPr>
          <a:xfrm>
            <a:off x="1252697" y="1012069"/>
            <a:ext cx="9144000" cy="5448900"/>
          </a:xfrm>
          <a:prstGeom prst="rect">
            <a:avLst/>
          </a:prstGeom>
          <a:noFill/>
          <a:ln>
            <a:noFill/>
          </a:ln>
        </p:spPr>
        <p:txBody>
          <a:bodyPr spcFirstLastPara="1" wrap="square" lIns="91425" tIns="91425" rIns="91425" bIns="91425" anchor="t" anchorCtr="0">
            <a:spAutoFit/>
          </a:bodyPr>
          <a:lstStyle/>
          <a:p>
            <a:r>
              <a:rPr lang="en-US" altLang="ja-JP" sz="2400" u="sng">
                <a:latin typeface="Calibri"/>
                <a:ea typeface="Calibri"/>
                <a:cs typeface="Calibri"/>
                <a:sym typeface="Calibri"/>
              </a:rPr>
              <a:t>[2]CLAFIC</a:t>
            </a:r>
            <a:r>
              <a:rPr lang="ja-JP" altLang="en-US" sz="2400" u="sng">
                <a:latin typeface="Calibri"/>
                <a:ea typeface="Calibri"/>
                <a:cs typeface="Calibri"/>
                <a:sym typeface="Calibri"/>
              </a:rPr>
              <a:t>法：</a:t>
            </a:r>
            <a:endParaRPr sz="2400" u="sng">
              <a:latin typeface="Calibri"/>
              <a:ea typeface="Calibri"/>
              <a:cs typeface="Calibri"/>
              <a:sym typeface="Calibri"/>
            </a:endParaRPr>
          </a:p>
          <a:p>
            <a:r>
              <a:rPr lang="ja-JP" altLang="en-US" sz="2400">
                <a:solidFill>
                  <a:schemeClr val="dk1"/>
                </a:solidFill>
                <a:latin typeface="Calibri"/>
                <a:ea typeface="Calibri"/>
                <a:cs typeface="Calibri"/>
                <a:sym typeface="Calibri"/>
              </a:rPr>
              <a:t>主成分分析による</a:t>
            </a:r>
            <a:r>
              <a:rPr lang="en-US" altLang="ja-JP" sz="2400">
                <a:solidFill>
                  <a:schemeClr val="dk1"/>
                </a:solidFill>
                <a:latin typeface="Calibri"/>
                <a:ea typeface="Calibri"/>
                <a:cs typeface="Calibri"/>
                <a:sym typeface="Calibri"/>
              </a:rPr>
              <a:t>CLAFIC</a:t>
            </a:r>
            <a:r>
              <a:rPr lang="ja-JP" altLang="en-US" sz="2400">
                <a:solidFill>
                  <a:schemeClr val="dk1"/>
                </a:solidFill>
                <a:latin typeface="Calibri"/>
                <a:ea typeface="Calibri"/>
                <a:cs typeface="Calibri"/>
                <a:sym typeface="Calibri"/>
              </a:rPr>
              <a:t>法</a:t>
            </a:r>
            <a:endParaRPr sz="2400">
              <a:solidFill>
                <a:schemeClr val="dk1"/>
              </a:solidFill>
              <a:latin typeface="Calibri"/>
              <a:ea typeface="Calibri"/>
              <a:cs typeface="Calibri"/>
              <a:sym typeface="Calibri"/>
            </a:endParaRPr>
          </a:p>
          <a:p>
            <a:endParaRPr sz="800">
              <a:solidFill>
                <a:schemeClr val="dk1"/>
              </a:solidFill>
              <a:latin typeface="Calibri"/>
              <a:ea typeface="Calibri"/>
              <a:cs typeface="Calibri"/>
              <a:sym typeface="Calibri"/>
            </a:endParaRPr>
          </a:p>
          <a:p>
            <a:r>
              <a:rPr lang="ja-JP" altLang="en-US" sz="2200">
                <a:solidFill>
                  <a:schemeClr val="dk1"/>
                </a:solidFill>
                <a:latin typeface="Calibri"/>
                <a:ea typeface="Calibri"/>
                <a:cs typeface="Calibri"/>
                <a:sym typeface="Calibri"/>
              </a:rPr>
              <a:t>よく表現する低次元な特徴空間を求めその特徴空間を</a:t>
            </a:r>
            <a:endParaRPr sz="2200">
              <a:solidFill>
                <a:schemeClr val="dk1"/>
              </a:solidFill>
              <a:latin typeface="Calibri"/>
              <a:ea typeface="Calibri"/>
              <a:cs typeface="Calibri"/>
              <a:sym typeface="Calibri"/>
            </a:endParaRPr>
          </a:p>
          <a:p>
            <a:r>
              <a:rPr lang="ja-JP" altLang="en-US" sz="2200">
                <a:solidFill>
                  <a:schemeClr val="dk1"/>
                </a:solidFill>
                <a:latin typeface="Calibri"/>
                <a:ea typeface="Calibri"/>
                <a:cs typeface="Calibri"/>
                <a:sym typeface="Calibri"/>
              </a:rPr>
              <a:t>パターン学習の結果とみなす方法</a:t>
            </a:r>
            <a:endParaRPr sz="2200">
              <a:solidFill>
                <a:schemeClr val="dk1"/>
              </a:solidFill>
              <a:latin typeface="Calibri"/>
              <a:ea typeface="Calibri"/>
              <a:cs typeface="Calibri"/>
              <a:sym typeface="Calibri"/>
            </a:endParaRPr>
          </a:p>
          <a:p>
            <a:endParaRPr sz="2000">
              <a:solidFill>
                <a:schemeClr val="dk1"/>
              </a:solidFill>
              <a:latin typeface="Calibri"/>
              <a:ea typeface="Calibri"/>
              <a:cs typeface="Calibri"/>
              <a:sym typeface="Calibri"/>
            </a:endParaRPr>
          </a:p>
          <a:p>
            <a:endParaRPr sz="2000">
              <a:solidFill>
                <a:schemeClr val="dk1"/>
              </a:solidFill>
              <a:latin typeface="Calibri"/>
              <a:ea typeface="Calibri"/>
              <a:cs typeface="Calibri"/>
              <a:sym typeface="Calibri"/>
            </a:endParaRPr>
          </a:p>
          <a:p>
            <a:r>
              <a:rPr lang="ja-JP" altLang="en-US" sz="2000">
                <a:solidFill>
                  <a:schemeClr val="dk1"/>
                </a:solidFill>
                <a:latin typeface="Calibri"/>
                <a:ea typeface="Calibri"/>
                <a:cs typeface="Calibri"/>
                <a:sym typeface="Calibri"/>
              </a:rPr>
              <a:t>クラスの平均値を引いた特徴ベクトル</a:t>
            </a:r>
            <a:endParaRPr sz="2000">
              <a:solidFill>
                <a:schemeClr val="dk1"/>
              </a:solidFill>
              <a:latin typeface="Calibri"/>
              <a:ea typeface="Calibri"/>
              <a:cs typeface="Calibri"/>
              <a:sym typeface="Calibri"/>
            </a:endParaRPr>
          </a:p>
          <a:p>
            <a:r>
              <a:rPr lang="ja-JP" altLang="en-US" sz="2000">
                <a:solidFill>
                  <a:schemeClr val="dk1"/>
                </a:solidFill>
                <a:latin typeface="Calibri"/>
                <a:ea typeface="Calibri"/>
                <a:cs typeface="Calibri"/>
                <a:sym typeface="Calibri"/>
              </a:rPr>
              <a:t>から求めた</a:t>
            </a:r>
            <a:r>
              <a:rPr lang="ja-JP" altLang="en-US" sz="2000" u="sng">
                <a:solidFill>
                  <a:schemeClr val="dk1"/>
                </a:solidFill>
                <a:latin typeface="Calibri"/>
                <a:ea typeface="Calibri"/>
                <a:cs typeface="Calibri"/>
                <a:sym typeface="Calibri"/>
              </a:rPr>
              <a:t>分散共分散行列</a:t>
            </a:r>
            <a:r>
              <a:rPr lang="ja-JP" altLang="en-US" sz="2000">
                <a:solidFill>
                  <a:schemeClr val="dk1"/>
                </a:solidFill>
                <a:latin typeface="Calibri"/>
                <a:ea typeface="Calibri"/>
                <a:cs typeface="Calibri"/>
                <a:sym typeface="Calibri"/>
              </a:rPr>
              <a:t>に対して</a:t>
            </a:r>
            <a:endParaRPr sz="2000">
              <a:solidFill>
                <a:schemeClr val="dk1"/>
              </a:solidFill>
              <a:latin typeface="Calibri"/>
              <a:ea typeface="Calibri"/>
              <a:cs typeface="Calibri"/>
              <a:sym typeface="Calibri"/>
            </a:endParaRPr>
          </a:p>
          <a:p>
            <a:r>
              <a:rPr lang="ja-JP" altLang="en-US" sz="2000">
                <a:solidFill>
                  <a:schemeClr val="dk1"/>
                </a:solidFill>
                <a:latin typeface="Calibri"/>
                <a:ea typeface="Calibri"/>
                <a:cs typeface="Calibri"/>
                <a:sym typeface="Calibri"/>
              </a:rPr>
              <a:t>固有ベクトルを計算</a:t>
            </a:r>
            <a:endParaRPr sz="2000">
              <a:solidFill>
                <a:schemeClr val="dk1"/>
              </a:solidFill>
              <a:latin typeface="Calibri"/>
              <a:ea typeface="Calibri"/>
              <a:cs typeface="Calibri"/>
              <a:sym typeface="Calibri"/>
            </a:endParaRPr>
          </a:p>
          <a:p>
            <a:endParaRPr sz="2000">
              <a:solidFill>
                <a:schemeClr val="dk1"/>
              </a:solidFill>
              <a:latin typeface="Calibri"/>
              <a:ea typeface="Calibri"/>
              <a:cs typeface="Calibri"/>
              <a:sym typeface="Calibri"/>
            </a:endParaRPr>
          </a:p>
          <a:p>
            <a:endParaRPr sz="2000">
              <a:solidFill>
                <a:schemeClr val="dk1"/>
              </a:solidFill>
              <a:latin typeface="Calibri"/>
              <a:ea typeface="Calibri"/>
              <a:cs typeface="Calibri"/>
              <a:sym typeface="Calibri"/>
            </a:endParaRPr>
          </a:p>
          <a:p>
            <a:r>
              <a:rPr lang="ja-JP" altLang="en-US" sz="2100">
                <a:solidFill>
                  <a:schemeClr val="dk1"/>
                </a:solidFill>
                <a:latin typeface="Calibri"/>
                <a:ea typeface="Calibri"/>
                <a:cs typeface="Calibri"/>
                <a:sym typeface="Calibri"/>
              </a:rPr>
              <a:t>クラスごとに求められた部分空間に</a:t>
            </a:r>
            <a:endParaRPr sz="2100">
              <a:solidFill>
                <a:schemeClr val="dk1"/>
              </a:solidFill>
              <a:latin typeface="Calibri"/>
              <a:ea typeface="Calibri"/>
              <a:cs typeface="Calibri"/>
              <a:sym typeface="Calibri"/>
            </a:endParaRPr>
          </a:p>
          <a:p>
            <a:r>
              <a:rPr lang="ja-JP" altLang="en-US" sz="2100">
                <a:solidFill>
                  <a:schemeClr val="dk1"/>
                </a:solidFill>
                <a:latin typeface="Calibri"/>
                <a:ea typeface="Calibri"/>
                <a:cs typeface="Calibri"/>
                <a:sym typeface="Calibri"/>
              </a:rPr>
              <a:t>対してテスト画像からの距離を計算</a:t>
            </a:r>
            <a:endParaRPr sz="2100">
              <a:solidFill>
                <a:schemeClr val="dk1"/>
              </a:solidFill>
              <a:latin typeface="Calibri"/>
              <a:ea typeface="Calibri"/>
              <a:cs typeface="Calibri"/>
              <a:sym typeface="Calibri"/>
            </a:endParaRPr>
          </a:p>
          <a:p>
            <a:endParaRPr sz="2000">
              <a:solidFill>
                <a:schemeClr val="dk1"/>
              </a:solidFill>
              <a:latin typeface="Calibri"/>
              <a:ea typeface="Calibri"/>
              <a:cs typeface="Calibri"/>
              <a:sym typeface="Calibri"/>
            </a:endParaRPr>
          </a:p>
          <a:p>
            <a:endParaRPr sz="2000">
              <a:solidFill>
                <a:schemeClr val="dk1"/>
              </a:solidFill>
              <a:latin typeface="Calibri"/>
              <a:ea typeface="Calibri"/>
              <a:cs typeface="Calibri"/>
              <a:sym typeface="Calibri"/>
            </a:endParaRPr>
          </a:p>
          <a:p>
            <a:endParaRPr sz="2000">
              <a:solidFill>
                <a:schemeClr val="dk1"/>
              </a:solidFill>
              <a:latin typeface="Calibri"/>
              <a:ea typeface="Calibri"/>
              <a:cs typeface="Calibri"/>
              <a:sym typeface="Calibri"/>
            </a:endParaRPr>
          </a:p>
        </p:txBody>
      </p:sp>
      <p:cxnSp>
        <p:nvCxnSpPr>
          <p:cNvPr id="607" name="Google Shape;607;g22eabc07916_0_101"/>
          <p:cNvCxnSpPr/>
          <p:nvPr/>
        </p:nvCxnSpPr>
        <p:spPr>
          <a:xfrm rot="-2766478">
            <a:off x="7389642" y="4037933"/>
            <a:ext cx="186499" cy="147874"/>
          </a:xfrm>
          <a:prstGeom prst="bentConnector3">
            <a:avLst>
              <a:gd name="adj1" fmla="val 3965"/>
            </a:avLst>
          </a:prstGeom>
          <a:noFill/>
          <a:ln w="28575" cap="flat" cmpd="sng">
            <a:solidFill>
              <a:schemeClr val="dk1"/>
            </a:solidFill>
            <a:prstDash val="solid"/>
            <a:round/>
            <a:headEnd type="none" w="med" len="med"/>
            <a:tailEnd type="none" w="med" len="med"/>
          </a:ln>
        </p:spPr>
      </p:cxnSp>
      <p:sp>
        <p:nvSpPr>
          <p:cNvPr id="608" name="Google Shape;608;g22eabc07916_0_101"/>
          <p:cNvSpPr/>
          <p:nvPr/>
        </p:nvSpPr>
        <p:spPr>
          <a:xfrm rot="2700770">
            <a:off x="8101252" y="3377038"/>
            <a:ext cx="1893491" cy="645730"/>
          </a:xfrm>
          <a:prstGeom prst="parallelogram">
            <a:avLst>
              <a:gd name="adj" fmla="val 108780"/>
            </a:avLst>
          </a:prstGeom>
          <a:solidFill>
            <a:srgbClr val="FF0000">
              <a:alpha val="13090"/>
            </a:srgbClr>
          </a:solidFill>
          <a:ln w="9525" cap="flat" cmpd="sng">
            <a:solidFill>
              <a:srgbClr val="FF0000"/>
            </a:solidFill>
            <a:prstDash val="dash"/>
            <a:round/>
            <a:headEnd type="none" w="sm" len="sm"/>
            <a:tailEnd type="none" w="sm" len="sm"/>
          </a:ln>
        </p:spPr>
        <p:txBody>
          <a:bodyPr spcFirstLastPara="1" wrap="square" lIns="91425" tIns="91425" rIns="91425" bIns="91425" anchor="ctr" anchorCtr="0">
            <a:noAutofit/>
          </a:bodyPr>
          <a:lstStyle/>
          <a:p>
            <a:endParaRPr/>
          </a:p>
        </p:txBody>
      </p:sp>
      <p:cxnSp>
        <p:nvCxnSpPr>
          <p:cNvPr id="609" name="Google Shape;609;g22eabc07916_0_101"/>
          <p:cNvCxnSpPr/>
          <p:nvPr/>
        </p:nvCxnSpPr>
        <p:spPr>
          <a:xfrm rot="2696089">
            <a:off x="8903308" y="3605683"/>
            <a:ext cx="186464" cy="148074"/>
          </a:xfrm>
          <a:prstGeom prst="bentConnector3">
            <a:avLst>
              <a:gd name="adj1" fmla="val 3965"/>
            </a:avLst>
          </a:prstGeom>
          <a:noFill/>
          <a:ln w="28575" cap="flat" cmpd="sng">
            <a:solidFill>
              <a:schemeClr val="dk1"/>
            </a:solidFill>
            <a:prstDash val="solid"/>
            <a:round/>
            <a:headEnd type="none" w="med" len="med"/>
            <a:tailEnd type="none" w="med" len="med"/>
          </a:ln>
        </p:spPr>
      </p:cxnSp>
      <p:sp>
        <p:nvSpPr>
          <p:cNvPr id="610" name="Google Shape;610;g22eabc07916_0_101"/>
          <p:cNvSpPr/>
          <p:nvPr/>
        </p:nvSpPr>
        <p:spPr>
          <a:xfrm rot="-381490">
            <a:off x="7352302" y="5586678"/>
            <a:ext cx="2112997" cy="544582"/>
          </a:xfrm>
          <a:prstGeom prst="parallelogram">
            <a:avLst>
              <a:gd name="adj" fmla="val 139275"/>
            </a:avLst>
          </a:prstGeom>
          <a:solidFill>
            <a:srgbClr val="7DFF00">
              <a:alpha val="13090"/>
            </a:srgbClr>
          </a:solidFill>
          <a:ln w="9525" cap="flat" cmpd="sng">
            <a:solidFill>
              <a:srgbClr val="93C47D"/>
            </a:solidFill>
            <a:prstDash val="dash"/>
            <a:round/>
            <a:headEnd type="none" w="sm" len="sm"/>
            <a:tailEnd type="none" w="sm" len="sm"/>
          </a:ln>
        </p:spPr>
        <p:txBody>
          <a:bodyPr spcFirstLastPara="1" wrap="square" lIns="91425" tIns="91425" rIns="91425" bIns="91425" anchor="ctr" anchorCtr="0">
            <a:noAutofit/>
          </a:bodyPr>
          <a:lstStyle/>
          <a:p>
            <a:endParaRPr/>
          </a:p>
        </p:txBody>
      </p:sp>
      <p:cxnSp>
        <p:nvCxnSpPr>
          <p:cNvPr id="611" name="Google Shape;611;g22eabc07916_0_101"/>
          <p:cNvCxnSpPr/>
          <p:nvPr/>
        </p:nvCxnSpPr>
        <p:spPr>
          <a:xfrm rot="10136615">
            <a:off x="8332504" y="5659151"/>
            <a:ext cx="186155" cy="147793"/>
          </a:xfrm>
          <a:prstGeom prst="bentConnector3">
            <a:avLst>
              <a:gd name="adj1" fmla="val 3965"/>
            </a:avLst>
          </a:prstGeom>
          <a:noFill/>
          <a:ln w="28575" cap="flat" cmpd="sng">
            <a:solidFill>
              <a:schemeClr val="dk1"/>
            </a:solidFill>
            <a:prstDash val="solid"/>
            <a:round/>
            <a:headEnd type="none" w="med" len="med"/>
            <a:tailEnd type="none" w="med" len="med"/>
          </a:ln>
        </p:spPr>
      </p:cxnSp>
      <p:sp>
        <p:nvSpPr>
          <p:cNvPr id="600" name="Google Shape;600;g22eabc07916_0_101"/>
          <p:cNvSpPr/>
          <p:nvPr/>
        </p:nvSpPr>
        <p:spPr>
          <a:xfrm>
            <a:off x="8066045" y="4572745"/>
            <a:ext cx="171000" cy="171000"/>
          </a:xfrm>
          <a:prstGeom prst="flowChartConnector">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highlight>
                <a:srgbClr val="FF0000"/>
              </a:highlight>
            </a:endParaRPr>
          </a:p>
        </p:txBody>
      </p:sp>
      <p:sp>
        <p:nvSpPr>
          <p:cNvPr id="612" name="Google Shape;612;g22eabc07916_0_101"/>
          <p:cNvSpPr/>
          <p:nvPr/>
        </p:nvSpPr>
        <p:spPr>
          <a:xfrm>
            <a:off x="3326400" y="4181850"/>
            <a:ext cx="470100" cy="476700"/>
          </a:xfrm>
          <a:prstGeom prst="downArrow">
            <a:avLst>
              <a:gd name="adj1" fmla="val 50000"/>
              <a:gd name="adj2" fmla="val 50000"/>
            </a:avLst>
          </a:prstGeom>
          <a:solidFill>
            <a:srgbClr val="3D85C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17"/>
        <p:cNvGrpSpPr/>
        <p:nvPr/>
      </p:nvGrpSpPr>
      <p:grpSpPr>
        <a:xfrm>
          <a:off x="0" y="0"/>
          <a:ext cx="0" cy="0"/>
          <a:chOff x="0" y="0"/>
          <a:chExt cx="0" cy="0"/>
        </a:xfrm>
      </p:grpSpPr>
      <p:sp>
        <p:nvSpPr>
          <p:cNvPr id="618" name="Google Shape;618;g22eabc07916_0_9"/>
          <p:cNvSpPr txBox="1">
            <a:spLocks noGrp="1"/>
          </p:cNvSpPr>
          <p:nvPr>
            <p:ph type="title"/>
          </p:nvPr>
        </p:nvSpPr>
        <p:spPr>
          <a:xfrm>
            <a:off x="277895" y="109030"/>
            <a:ext cx="9778315" cy="667131"/>
          </a:xfrm>
        </p:spPr>
        <p:txBody>
          <a:bodyPr spcFirstLastPara="1" vert="horz" wrap="square" lIns="91425" tIns="45700" rIns="91425" bIns="45700" rtlCol="0" anchor="ctr" anchorCtr="0">
            <a:normAutofit fontScale="90000"/>
          </a:bodyPr>
          <a:lstStyle/>
          <a:p>
            <a:r>
              <a:rPr lang="en" altLang="ja-JP"/>
              <a:t>2. CLAFIC</a:t>
            </a:r>
            <a:r>
              <a:rPr lang="ja-JP" altLang="en-US"/>
              <a:t>法②</a:t>
            </a:r>
          </a:p>
        </p:txBody>
      </p:sp>
      <p:sp>
        <p:nvSpPr>
          <p:cNvPr id="619" name="Google Shape;619;g22eabc07916_0_9"/>
          <p:cNvSpPr txBox="1">
            <a:spLocks noGrp="1"/>
          </p:cNvSpPr>
          <p:nvPr>
            <p:ph type="sldNum" idx="12"/>
          </p:nvPr>
        </p:nvSpPr>
        <p:spPr>
          <a:xfrm>
            <a:off x="11444346" y="-71929"/>
            <a:ext cx="896789" cy="476682"/>
          </a:xfrm>
        </p:spPr>
        <p:txBody>
          <a:bodyPr spcFirstLastPara="1" vert="horz" wrap="square" lIns="91425" tIns="45700" rIns="91425" bIns="45700" rtlCol="0" anchor="ctr" anchorCtr="0">
            <a:noAutofit/>
          </a:bodyPr>
          <a:lstStyle/>
          <a:p>
            <a:fld id="{00000000-1234-1234-1234-123412341234}" type="slidenum">
              <a:rPr lang="en-US" altLang="ja-JP"/>
              <a:pPr/>
              <a:t>22</a:t>
            </a:fld>
            <a:endParaRPr lang="en-US"/>
          </a:p>
        </p:txBody>
      </p:sp>
      <p:sp>
        <p:nvSpPr>
          <p:cNvPr id="620" name="Google Shape;620;g22eabc07916_0_9"/>
          <p:cNvSpPr/>
          <p:nvPr/>
        </p:nvSpPr>
        <p:spPr>
          <a:xfrm>
            <a:off x="6053800" y="2195125"/>
            <a:ext cx="4710000" cy="4365900"/>
          </a:xfrm>
          <a:prstGeom prst="rect">
            <a:avLst/>
          </a:prstGeom>
          <a:solidFill>
            <a:schemeClr val="lt1"/>
          </a:solidFill>
          <a:ln w="9525" cap="flat" cmpd="sng">
            <a:solidFill>
              <a:schemeClr val="dk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sz="1700" b="1"/>
          </a:p>
        </p:txBody>
      </p:sp>
      <p:cxnSp>
        <p:nvCxnSpPr>
          <p:cNvPr id="621" name="Google Shape;621;g22eabc07916_0_9"/>
          <p:cNvCxnSpPr/>
          <p:nvPr/>
        </p:nvCxnSpPr>
        <p:spPr>
          <a:xfrm flipH="1">
            <a:off x="6468225" y="5014050"/>
            <a:ext cx="1390500" cy="1323900"/>
          </a:xfrm>
          <a:prstGeom prst="straightConnector1">
            <a:avLst/>
          </a:prstGeom>
          <a:noFill/>
          <a:ln w="28575" cap="flat" cmpd="sng">
            <a:solidFill>
              <a:schemeClr val="dk2"/>
            </a:solidFill>
            <a:prstDash val="solid"/>
            <a:round/>
            <a:headEnd type="none" w="med" len="med"/>
            <a:tailEnd type="stealth" w="med" len="med"/>
          </a:ln>
        </p:spPr>
      </p:cxnSp>
      <p:cxnSp>
        <p:nvCxnSpPr>
          <p:cNvPr id="622" name="Google Shape;622;g22eabc07916_0_9"/>
          <p:cNvCxnSpPr/>
          <p:nvPr/>
        </p:nvCxnSpPr>
        <p:spPr>
          <a:xfrm>
            <a:off x="7858725" y="5014050"/>
            <a:ext cx="2771700" cy="19200"/>
          </a:xfrm>
          <a:prstGeom prst="straightConnector1">
            <a:avLst/>
          </a:prstGeom>
          <a:noFill/>
          <a:ln w="28575" cap="flat" cmpd="sng">
            <a:solidFill>
              <a:schemeClr val="dk2"/>
            </a:solidFill>
            <a:prstDash val="solid"/>
            <a:round/>
            <a:headEnd type="none" w="med" len="med"/>
            <a:tailEnd type="stealth" w="med" len="med"/>
          </a:ln>
        </p:spPr>
      </p:cxnSp>
      <p:cxnSp>
        <p:nvCxnSpPr>
          <p:cNvPr id="623" name="Google Shape;623;g22eabc07916_0_9"/>
          <p:cNvCxnSpPr/>
          <p:nvPr/>
        </p:nvCxnSpPr>
        <p:spPr>
          <a:xfrm rot="10800000">
            <a:off x="7811025" y="2308950"/>
            <a:ext cx="47700" cy="2705100"/>
          </a:xfrm>
          <a:prstGeom prst="straightConnector1">
            <a:avLst/>
          </a:prstGeom>
          <a:noFill/>
          <a:ln w="28575" cap="flat" cmpd="sng">
            <a:solidFill>
              <a:schemeClr val="dk2"/>
            </a:solidFill>
            <a:prstDash val="solid"/>
            <a:round/>
            <a:headEnd type="none" w="med" len="med"/>
            <a:tailEnd type="stealth" w="med" len="med"/>
          </a:ln>
        </p:spPr>
      </p:cxnSp>
      <p:sp>
        <p:nvSpPr>
          <p:cNvPr id="624" name="Google Shape;624;g22eabc07916_0_9"/>
          <p:cNvSpPr txBox="1"/>
          <p:nvPr/>
        </p:nvSpPr>
        <p:spPr>
          <a:xfrm>
            <a:off x="7351725" y="4824025"/>
            <a:ext cx="389700" cy="492600"/>
          </a:xfrm>
          <a:prstGeom prst="rect">
            <a:avLst/>
          </a:prstGeom>
          <a:noFill/>
          <a:ln>
            <a:noFill/>
          </a:ln>
        </p:spPr>
        <p:txBody>
          <a:bodyPr spcFirstLastPara="1" wrap="square" lIns="91425" tIns="91425" rIns="91425" bIns="91425" anchor="t" anchorCtr="0">
            <a:spAutoFit/>
          </a:bodyPr>
          <a:lstStyle/>
          <a:p>
            <a:r>
              <a:rPr lang="en-US" altLang="ja-JP" sz="2000" b="1">
                <a:latin typeface="Calibri"/>
                <a:ea typeface="Calibri"/>
                <a:cs typeface="Calibri"/>
                <a:sym typeface="Calibri"/>
              </a:rPr>
              <a:t>0</a:t>
            </a:r>
            <a:endParaRPr sz="2000" b="1">
              <a:latin typeface="Calibri"/>
              <a:ea typeface="Calibri"/>
              <a:cs typeface="Calibri"/>
              <a:sym typeface="Calibri"/>
            </a:endParaRPr>
          </a:p>
        </p:txBody>
      </p:sp>
      <p:sp>
        <p:nvSpPr>
          <p:cNvPr id="625" name="Google Shape;625;g22eabc07916_0_9"/>
          <p:cNvSpPr txBox="1"/>
          <p:nvPr/>
        </p:nvSpPr>
        <p:spPr>
          <a:xfrm>
            <a:off x="10030275" y="5033250"/>
            <a:ext cx="876600" cy="431100"/>
          </a:xfrm>
          <a:prstGeom prst="rect">
            <a:avLst/>
          </a:prstGeom>
          <a:noFill/>
          <a:ln>
            <a:noFill/>
          </a:ln>
        </p:spPr>
        <p:txBody>
          <a:bodyPr spcFirstLastPara="1" wrap="square" lIns="91425" tIns="91425" rIns="91425" bIns="91425" anchor="t" anchorCtr="0">
            <a:spAutoFit/>
          </a:bodyPr>
          <a:lstStyle/>
          <a:p>
            <a:r>
              <a:rPr lang="ja-JP" altLang="en-US" sz="1600" b="1">
                <a:latin typeface="Calibri"/>
                <a:ea typeface="Calibri"/>
                <a:cs typeface="Calibri"/>
                <a:sym typeface="Calibri"/>
              </a:rPr>
              <a:t>特徴２</a:t>
            </a:r>
            <a:endParaRPr sz="1600" b="1">
              <a:latin typeface="Calibri"/>
              <a:ea typeface="Calibri"/>
              <a:cs typeface="Calibri"/>
              <a:sym typeface="Calibri"/>
            </a:endParaRPr>
          </a:p>
        </p:txBody>
      </p:sp>
      <p:sp>
        <p:nvSpPr>
          <p:cNvPr id="626" name="Google Shape;626;g22eabc07916_0_9"/>
          <p:cNvSpPr txBox="1"/>
          <p:nvPr/>
        </p:nvSpPr>
        <p:spPr>
          <a:xfrm>
            <a:off x="6620325" y="6075100"/>
            <a:ext cx="876600" cy="431100"/>
          </a:xfrm>
          <a:prstGeom prst="rect">
            <a:avLst/>
          </a:prstGeom>
          <a:noFill/>
          <a:ln>
            <a:noFill/>
          </a:ln>
        </p:spPr>
        <p:txBody>
          <a:bodyPr spcFirstLastPara="1" wrap="square" lIns="91425" tIns="91425" rIns="91425" bIns="91425" anchor="t" anchorCtr="0">
            <a:spAutoFit/>
          </a:bodyPr>
          <a:lstStyle/>
          <a:p>
            <a:r>
              <a:rPr lang="ja-JP" altLang="en-US" sz="1600" b="1">
                <a:latin typeface="Calibri"/>
                <a:ea typeface="Calibri"/>
                <a:cs typeface="Calibri"/>
                <a:sym typeface="Calibri"/>
              </a:rPr>
              <a:t>特徴１</a:t>
            </a:r>
            <a:endParaRPr sz="1600" b="1">
              <a:latin typeface="Calibri"/>
              <a:ea typeface="Calibri"/>
              <a:cs typeface="Calibri"/>
              <a:sym typeface="Calibri"/>
            </a:endParaRPr>
          </a:p>
        </p:txBody>
      </p:sp>
      <p:sp>
        <p:nvSpPr>
          <p:cNvPr id="627" name="Google Shape;627;g22eabc07916_0_9"/>
          <p:cNvSpPr txBox="1"/>
          <p:nvPr/>
        </p:nvSpPr>
        <p:spPr>
          <a:xfrm>
            <a:off x="7811025" y="2140300"/>
            <a:ext cx="876600" cy="431100"/>
          </a:xfrm>
          <a:prstGeom prst="rect">
            <a:avLst/>
          </a:prstGeom>
          <a:noFill/>
          <a:ln>
            <a:noFill/>
          </a:ln>
        </p:spPr>
        <p:txBody>
          <a:bodyPr spcFirstLastPara="1" wrap="square" lIns="91425" tIns="91425" rIns="91425" bIns="91425" anchor="t" anchorCtr="0">
            <a:spAutoFit/>
          </a:bodyPr>
          <a:lstStyle/>
          <a:p>
            <a:r>
              <a:rPr lang="ja-JP" altLang="en-US" sz="1600" b="1">
                <a:latin typeface="Calibri"/>
                <a:ea typeface="Calibri"/>
                <a:cs typeface="Calibri"/>
                <a:sym typeface="Calibri"/>
              </a:rPr>
              <a:t>特徴３</a:t>
            </a:r>
            <a:endParaRPr sz="1600" b="1">
              <a:latin typeface="Calibri"/>
              <a:ea typeface="Calibri"/>
              <a:cs typeface="Calibri"/>
              <a:sym typeface="Calibri"/>
            </a:endParaRPr>
          </a:p>
        </p:txBody>
      </p:sp>
      <p:cxnSp>
        <p:nvCxnSpPr>
          <p:cNvPr id="628" name="Google Shape;628;g22eabc07916_0_9"/>
          <p:cNvCxnSpPr/>
          <p:nvPr/>
        </p:nvCxnSpPr>
        <p:spPr>
          <a:xfrm>
            <a:off x="8170975" y="4582600"/>
            <a:ext cx="136200" cy="204300"/>
          </a:xfrm>
          <a:prstGeom prst="straightConnector1">
            <a:avLst/>
          </a:prstGeom>
          <a:noFill/>
          <a:ln w="28575" cap="flat" cmpd="sng">
            <a:solidFill>
              <a:schemeClr val="dk1"/>
            </a:solidFill>
            <a:prstDash val="solid"/>
            <a:round/>
            <a:headEnd type="none" w="med" len="med"/>
            <a:tailEnd type="none" w="med" len="med"/>
          </a:ln>
        </p:spPr>
      </p:cxnSp>
      <p:cxnSp>
        <p:nvCxnSpPr>
          <p:cNvPr id="629" name="Google Shape;629;g22eabc07916_0_9"/>
          <p:cNvCxnSpPr>
            <a:stCxn id="630" idx="2"/>
          </p:cNvCxnSpPr>
          <p:nvPr/>
        </p:nvCxnSpPr>
        <p:spPr>
          <a:xfrm flipH="1">
            <a:off x="7498795" y="4579070"/>
            <a:ext cx="506400" cy="114000"/>
          </a:xfrm>
          <a:prstGeom prst="straightConnector1">
            <a:avLst/>
          </a:prstGeom>
          <a:noFill/>
          <a:ln w="28575" cap="flat" cmpd="sng">
            <a:solidFill>
              <a:schemeClr val="dk1"/>
            </a:solidFill>
            <a:prstDash val="solid"/>
            <a:round/>
            <a:headEnd type="none" w="med" len="med"/>
            <a:tailEnd type="none" w="med" len="med"/>
          </a:ln>
        </p:spPr>
      </p:cxnSp>
      <p:cxnSp>
        <p:nvCxnSpPr>
          <p:cNvPr id="631" name="Google Shape;631;g22eabc07916_0_9"/>
          <p:cNvCxnSpPr>
            <a:stCxn id="630" idx="0"/>
          </p:cNvCxnSpPr>
          <p:nvPr/>
        </p:nvCxnSpPr>
        <p:spPr>
          <a:xfrm rot="10800000" flipH="1">
            <a:off x="8090695" y="3170270"/>
            <a:ext cx="488700" cy="1323300"/>
          </a:xfrm>
          <a:prstGeom prst="straightConnector1">
            <a:avLst/>
          </a:prstGeom>
          <a:noFill/>
          <a:ln w="28575" cap="flat" cmpd="sng">
            <a:solidFill>
              <a:schemeClr val="dk1"/>
            </a:solidFill>
            <a:prstDash val="dot"/>
            <a:round/>
            <a:headEnd type="none" w="med" len="med"/>
            <a:tailEnd type="none" w="med" len="med"/>
          </a:ln>
        </p:spPr>
      </p:cxnSp>
      <p:sp>
        <p:nvSpPr>
          <p:cNvPr id="632" name="Google Shape;632;g22eabc07916_0_9"/>
          <p:cNvSpPr txBox="1"/>
          <p:nvPr/>
        </p:nvSpPr>
        <p:spPr>
          <a:xfrm>
            <a:off x="8554275" y="2759113"/>
            <a:ext cx="1380600" cy="431100"/>
          </a:xfrm>
          <a:prstGeom prst="rect">
            <a:avLst/>
          </a:prstGeom>
          <a:noFill/>
          <a:ln>
            <a:noFill/>
          </a:ln>
        </p:spPr>
        <p:txBody>
          <a:bodyPr spcFirstLastPara="1" wrap="square" lIns="91425" tIns="91425" rIns="91425" bIns="91425" anchor="t" anchorCtr="0">
            <a:spAutoFit/>
          </a:bodyPr>
          <a:lstStyle/>
          <a:p>
            <a:r>
              <a:rPr lang="ja-JP" altLang="en-US" sz="1600" b="1">
                <a:latin typeface="Calibri"/>
                <a:ea typeface="Calibri"/>
                <a:cs typeface="Calibri"/>
                <a:sym typeface="Calibri"/>
              </a:rPr>
              <a:t>テスト画像</a:t>
            </a:r>
            <a:endParaRPr sz="1600" b="1">
              <a:latin typeface="Calibri"/>
              <a:ea typeface="Calibri"/>
              <a:cs typeface="Calibri"/>
              <a:sym typeface="Calibri"/>
            </a:endParaRPr>
          </a:p>
        </p:txBody>
      </p:sp>
      <p:sp>
        <p:nvSpPr>
          <p:cNvPr id="633" name="Google Shape;633;g22eabc07916_0_9"/>
          <p:cNvSpPr txBox="1"/>
          <p:nvPr/>
        </p:nvSpPr>
        <p:spPr>
          <a:xfrm>
            <a:off x="9249825" y="3560888"/>
            <a:ext cx="1380600" cy="431100"/>
          </a:xfrm>
          <a:prstGeom prst="rect">
            <a:avLst/>
          </a:prstGeom>
          <a:noFill/>
          <a:ln>
            <a:noFill/>
          </a:ln>
        </p:spPr>
        <p:txBody>
          <a:bodyPr spcFirstLastPara="1" wrap="square" lIns="91425" tIns="91425" rIns="91425" bIns="91425" anchor="t" anchorCtr="0">
            <a:spAutoFit/>
          </a:bodyPr>
          <a:lstStyle/>
          <a:p>
            <a:r>
              <a:rPr lang="ja-JP" altLang="en-US" sz="1600" b="1">
                <a:latin typeface="Calibri"/>
                <a:ea typeface="Calibri"/>
                <a:cs typeface="Calibri"/>
                <a:sym typeface="Calibri"/>
              </a:rPr>
              <a:t>クラス１</a:t>
            </a:r>
            <a:endParaRPr sz="1600" b="1">
              <a:latin typeface="Calibri"/>
              <a:ea typeface="Calibri"/>
              <a:cs typeface="Calibri"/>
              <a:sym typeface="Calibri"/>
            </a:endParaRPr>
          </a:p>
        </p:txBody>
      </p:sp>
      <p:sp>
        <p:nvSpPr>
          <p:cNvPr id="634" name="Google Shape;634;g22eabc07916_0_9"/>
          <p:cNvSpPr txBox="1"/>
          <p:nvPr/>
        </p:nvSpPr>
        <p:spPr>
          <a:xfrm>
            <a:off x="8519700" y="5922700"/>
            <a:ext cx="1380600" cy="431100"/>
          </a:xfrm>
          <a:prstGeom prst="rect">
            <a:avLst/>
          </a:prstGeom>
          <a:noFill/>
          <a:ln>
            <a:noFill/>
          </a:ln>
        </p:spPr>
        <p:txBody>
          <a:bodyPr spcFirstLastPara="1" wrap="square" lIns="91425" tIns="91425" rIns="91425" bIns="91425" anchor="t" anchorCtr="0">
            <a:spAutoFit/>
          </a:bodyPr>
          <a:lstStyle/>
          <a:p>
            <a:r>
              <a:rPr lang="ja-JP" altLang="en-US" sz="1600" b="1">
                <a:latin typeface="Calibri"/>
                <a:ea typeface="Calibri"/>
                <a:cs typeface="Calibri"/>
                <a:sym typeface="Calibri"/>
              </a:rPr>
              <a:t>クラス２</a:t>
            </a:r>
            <a:endParaRPr sz="1600" b="1">
              <a:latin typeface="Calibri"/>
              <a:ea typeface="Calibri"/>
              <a:cs typeface="Calibri"/>
              <a:sym typeface="Calibri"/>
            </a:endParaRPr>
          </a:p>
        </p:txBody>
      </p:sp>
      <p:sp>
        <p:nvSpPr>
          <p:cNvPr id="635" name="Google Shape;635;g22eabc07916_0_9"/>
          <p:cNvSpPr txBox="1"/>
          <p:nvPr/>
        </p:nvSpPr>
        <p:spPr>
          <a:xfrm>
            <a:off x="6292125" y="3129800"/>
            <a:ext cx="1380600" cy="431100"/>
          </a:xfrm>
          <a:prstGeom prst="rect">
            <a:avLst/>
          </a:prstGeom>
          <a:noFill/>
          <a:ln>
            <a:noFill/>
          </a:ln>
        </p:spPr>
        <p:txBody>
          <a:bodyPr spcFirstLastPara="1" wrap="square" lIns="91425" tIns="91425" rIns="91425" bIns="91425" anchor="t" anchorCtr="0">
            <a:spAutoFit/>
          </a:bodyPr>
          <a:lstStyle/>
          <a:p>
            <a:r>
              <a:rPr lang="ja-JP" altLang="en-US" sz="1600" b="1">
                <a:latin typeface="Calibri"/>
                <a:ea typeface="Calibri"/>
                <a:cs typeface="Calibri"/>
                <a:sym typeface="Calibri"/>
              </a:rPr>
              <a:t>クラス３</a:t>
            </a:r>
            <a:endParaRPr sz="1600" b="1">
              <a:latin typeface="Calibri"/>
              <a:ea typeface="Calibri"/>
              <a:cs typeface="Calibri"/>
              <a:sym typeface="Calibri"/>
            </a:endParaRPr>
          </a:p>
        </p:txBody>
      </p:sp>
      <p:sp>
        <p:nvSpPr>
          <p:cNvPr id="630" name="Google Shape;630;g22eabc07916_0_9"/>
          <p:cNvSpPr/>
          <p:nvPr/>
        </p:nvSpPr>
        <p:spPr>
          <a:xfrm>
            <a:off x="8005195" y="4493570"/>
            <a:ext cx="171000" cy="171000"/>
          </a:xfrm>
          <a:prstGeom prst="flowChartConnector">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highlight>
                <a:srgbClr val="FF0000"/>
              </a:highlight>
            </a:endParaRPr>
          </a:p>
        </p:txBody>
      </p:sp>
      <p:sp>
        <p:nvSpPr>
          <p:cNvPr id="636" name="Google Shape;636;g22eabc07916_0_9"/>
          <p:cNvSpPr/>
          <p:nvPr/>
        </p:nvSpPr>
        <p:spPr>
          <a:xfrm rot="-1632405">
            <a:off x="7708311" y="4937552"/>
            <a:ext cx="886478" cy="1267792"/>
          </a:xfrm>
          <a:prstGeom prst="triangle">
            <a:avLst>
              <a:gd name="adj" fmla="val 50000"/>
            </a:avLst>
          </a:prstGeom>
          <a:solidFill>
            <a:srgbClr val="7DFF00">
              <a:alpha val="13090"/>
            </a:srgbClr>
          </a:solidFill>
          <a:ln w="9525" cap="flat" cmpd="sng">
            <a:solidFill>
              <a:srgbClr val="93C47D"/>
            </a:solidFill>
            <a:prstDash val="dash"/>
            <a:round/>
            <a:headEnd type="none" w="sm" len="sm"/>
            <a:tailEnd type="none" w="sm" len="sm"/>
          </a:ln>
        </p:spPr>
        <p:txBody>
          <a:bodyPr spcFirstLastPara="1" wrap="square" lIns="91425" tIns="91425" rIns="91425" bIns="91425" anchor="ctr" anchorCtr="0">
            <a:noAutofit/>
          </a:bodyPr>
          <a:lstStyle/>
          <a:p>
            <a:endParaRPr/>
          </a:p>
        </p:txBody>
      </p:sp>
      <p:cxnSp>
        <p:nvCxnSpPr>
          <p:cNvPr id="637" name="Google Shape;637;g22eabc07916_0_9"/>
          <p:cNvCxnSpPr/>
          <p:nvPr/>
        </p:nvCxnSpPr>
        <p:spPr>
          <a:xfrm>
            <a:off x="8151550" y="5382725"/>
            <a:ext cx="0" cy="204300"/>
          </a:xfrm>
          <a:prstGeom prst="straightConnector1">
            <a:avLst/>
          </a:prstGeom>
          <a:noFill/>
          <a:ln w="28575" cap="flat" cmpd="sng">
            <a:solidFill>
              <a:schemeClr val="dk1"/>
            </a:solidFill>
            <a:prstDash val="solid"/>
            <a:round/>
            <a:headEnd type="none" w="med" len="med"/>
            <a:tailEnd type="none" w="med" len="med"/>
          </a:ln>
        </p:spPr>
      </p:cxnSp>
      <p:cxnSp>
        <p:nvCxnSpPr>
          <p:cNvPr id="638" name="Google Shape;638;g22eabc07916_0_9"/>
          <p:cNvCxnSpPr/>
          <p:nvPr/>
        </p:nvCxnSpPr>
        <p:spPr>
          <a:xfrm>
            <a:off x="8094400" y="5322850"/>
            <a:ext cx="68100" cy="85200"/>
          </a:xfrm>
          <a:prstGeom prst="straightConnector1">
            <a:avLst/>
          </a:prstGeom>
          <a:noFill/>
          <a:ln w="28575" cap="flat" cmpd="sng">
            <a:solidFill>
              <a:schemeClr val="dk1"/>
            </a:solidFill>
            <a:prstDash val="solid"/>
            <a:round/>
            <a:headEnd type="none" w="med" len="med"/>
            <a:tailEnd type="none" w="med" len="med"/>
          </a:ln>
        </p:spPr>
      </p:cxnSp>
      <p:sp>
        <p:nvSpPr>
          <p:cNvPr id="639" name="Google Shape;639;g22eabc07916_0_9"/>
          <p:cNvSpPr/>
          <p:nvPr/>
        </p:nvSpPr>
        <p:spPr>
          <a:xfrm rot="7764138">
            <a:off x="6719867" y="3605664"/>
            <a:ext cx="1156970" cy="1555258"/>
          </a:xfrm>
          <a:prstGeom prst="triangle">
            <a:avLst>
              <a:gd name="adj" fmla="val 60713"/>
            </a:avLst>
          </a:prstGeom>
          <a:solidFill>
            <a:srgbClr val="0026FF">
              <a:alpha val="13090"/>
            </a:srgbClr>
          </a:solidFill>
          <a:ln w="9525" cap="flat" cmpd="sng">
            <a:solidFill>
              <a:srgbClr val="4A86E8"/>
            </a:solidFill>
            <a:prstDash val="dash"/>
            <a:round/>
            <a:headEnd type="none" w="sm" len="sm"/>
            <a:tailEnd type="none" w="sm" len="sm"/>
          </a:ln>
        </p:spPr>
        <p:txBody>
          <a:bodyPr spcFirstLastPara="1" wrap="square" lIns="91425" tIns="91425" rIns="91425" bIns="91425" anchor="ctr" anchorCtr="0">
            <a:noAutofit/>
          </a:bodyPr>
          <a:lstStyle/>
          <a:p>
            <a:endParaRPr/>
          </a:p>
        </p:txBody>
      </p:sp>
      <p:cxnSp>
        <p:nvCxnSpPr>
          <p:cNvPr id="640" name="Google Shape;640;g22eabc07916_0_9"/>
          <p:cNvCxnSpPr/>
          <p:nvPr/>
        </p:nvCxnSpPr>
        <p:spPr>
          <a:xfrm>
            <a:off x="7583875" y="4565575"/>
            <a:ext cx="33900" cy="102000"/>
          </a:xfrm>
          <a:prstGeom prst="straightConnector1">
            <a:avLst/>
          </a:prstGeom>
          <a:noFill/>
          <a:ln w="28575" cap="flat" cmpd="sng">
            <a:solidFill>
              <a:schemeClr val="dk1"/>
            </a:solidFill>
            <a:prstDash val="solid"/>
            <a:round/>
            <a:headEnd type="none" w="med" len="med"/>
            <a:tailEnd type="none" w="med" len="med"/>
          </a:ln>
        </p:spPr>
      </p:cxnSp>
      <p:cxnSp>
        <p:nvCxnSpPr>
          <p:cNvPr id="641" name="Google Shape;641;g22eabc07916_0_9"/>
          <p:cNvCxnSpPr/>
          <p:nvPr/>
        </p:nvCxnSpPr>
        <p:spPr>
          <a:xfrm rot="10800000" flipH="1">
            <a:off x="7473275" y="4582625"/>
            <a:ext cx="110400" cy="25500"/>
          </a:xfrm>
          <a:prstGeom prst="straightConnector1">
            <a:avLst/>
          </a:prstGeom>
          <a:noFill/>
          <a:ln w="28575" cap="flat" cmpd="sng">
            <a:solidFill>
              <a:schemeClr val="dk1"/>
            </a:solidFill>
            <a:prstDash val="solid"/>
            <a:round/>
            <a:headEnd type="none" w="med" len="med"/>
            <a:tailEnd type="none" w="med" len="med"/>
          </a:ln>
        </p:spPr>
      </p:cxnSp>
      <p:sp>
        <p:nvSpPr>
          <p:cNvPr id="642" name="Google Shape;642;g22eabc07916_0_9"/>
          <p:cNvSpPr/>
          <p:nvPr/>
        </p:nvSpPr>
        <p:spPr>
          <a:xfrm rot="-7732591">
            <a:off x="8212515" y="3762415"/>
            <a:ext cx="1189209" cy="1828320"/>
          </a:xfrm>
          <a:prstGeom prst="triangle">
            <a:avLst>
              <a:gd name="adj" fmla="val 76808"/>
            </a:avLst>
          </a:prstGeom>
          <a:solidFill>
            <a:srgbClr val="FF0000">
              <a:alpha val="13090"/>
            </a:srgbClr>
          </a:solidFill>
          <a:ln w="9525" cap="flat" cmpd="sng">
            <a:solidFill>
              <a:srgbClr val="FF0000"/>
            </a:solidFill>
            <a:prstDash val="dash"/>
            <a:round/>
            <a:headEnd type="none" w="sm" len="sm"/>
            <a:tailEnd type="none" w="sm" len="sm"/>
          </a:ln>
        </p:spPr>
        <p:txBody>
          <a:bodyPr spcFirstLastPara="1" wrap="square" lIns="91425" tIns="91425" rIns="91425" bIns="91425" anchor="ctr" anchorCtr="0">
            <a:noAutofit/>
          </a:bodyPr>
          <a:lstStyle/>
          <a:p>
            <a:endParaRPr/>
          </a:p>
        </p:txBody>
      </p:sp>
      <p:cxnSp>
        <p:nvCxnSpPr>
          <p:cNvPr id="643" name="Google Shape;643;g22eabc07916_0_9"/>
          <p:cNvCxnSpPr>
            <a:endCxn id="630" idx="4"/>
          </p:cNvCxnSpPr>
          <p:nvPr/>
        </p:nvCxnSpPr>
        <p:spPr>
          <a:xfrm rot="10800000" flipH="1">
            <a:off x="8085895" y="4664570"/>
            <a:ext cx="4800" cy="811500"/>
          </a:xfrm>
          <a:prstGeom prst="straightConnector1">
            <a:avLst/>
          </a:prstGeom>
          <a:noFill/>
          <a:ln w="28575" cap="flat" cmpd="sng">
            <a:solidFill>
              <a:schemeClr val="dk1"/>
            </a:solidFill>
            <a:prstDash val="solid"/>
            <a:round/>
            <a:headEnd type="none" w="med" len="med"/>
            <a:tailEnd type="none" w="med" len="med"/>
          </a:ln>
        </p:spPr>
      </p:cxnSp>
      <p:cxnSp>
        <p:nvCxnSpPr>
          <p:cNvPr id="644" name="Google Shape;644;g22eabc07916_0_9"/>
          <p:cNvCxnSpPr/>
          <p:nvPr/>
        </p:nvCxnSpPr>
        <p:spPr>
          <a:xfrm rot="10800000" flipH="1">
            <a:off x="8239050" y="4625100"/>
            <a:ext cx="85200" cy="68100"/>
          </a:xfrm>
          <a:prstGeom prst="straightConnector1">
            <a:avLst/>
          </a:prstGeom>
          <a:noFill/>
          <a:ln w="28575" cap="flat" cmpd="sng">
            <a:solidFill>
              <a:schemeClr val="dk1"/>
            </a:solidFill>
            <a:prstDash val="solid"/>
            <a:round/>
            <a:headEnd type="none" w="med" len="med"/>
            <a:tailEnd type="none" w="med" len="med"/>
          </a:ln>
        </p:spPr>
      </p:cxnSp>
      <p:cxnSp>
        <p:nvCxnSpPr>
          <p:cNvPr id="645" name="Google Shape;645;g22eabc07916_0_9"/>
          <p:cNvCxnSpPr/>
          <p:nvPr/>
        </p:nvCxnSpPr>
        <p:spPr>
          <a:xfrm>
            <a:off x="8322675" y="4635700"/>
            <a:ext cx="69600" cy="100200"/>
          </a:xfrm>
          <a:prstGeom prst="straightConnector1">
            <a:avLst/>
          </a:prstGeom>
          <a:noFill/>
          <a:ln w="28575" cap="flat" cmpd="sng">
            <a:solidFill>
              <a:schemeClr val="dk1"/>
            </a:solidFill>
            <a:prstDash val="solid"/>
            <a:round/>
            <a:headEnd type="none" w="med" len="med"/>
            <a:tailEnd type="none" w="med" len="med"/>
          </a:ln>
        </p:spPr>
      </p:cxnSp>
      <p:sp>
        <p:nvSpPr>
          <p:cNvPr id="646" name="Google Shape;646;g22eabc07916_0_9"/>
          <p:cNvSpPr txBox="1"/>
          <p:nvPr/>
        </p:nvSpPr>
        <p:spPr>
          <a:xfrm>
            <a:off x="1158813" y="1093338"/>
            <a:ext cx="8898000" cy="3894300"/>
          </a:xfrm>
          <a:prstGeom prst="rect">
            <a:avLst/>
          </a:prstGeom>
          <a:noFill/>
          <a:ln>
            <a:noFill/>
          </a:ln>
        </p:spPr>
        <p:txBody>
          <a:bodyPr spcFirstLastPara="1" wrap="square" lIns="91425" tIns="91425" rIns="91425" bIns="91425" anchor="t" anchorCtr="0">
            <a:spAutoFit/>
          </a:bodyPr>
          <a:lstStyle/>
          <a:p>
            <a:r>
              <a:rPr lang="en-US" altLang="ja-JP" sz="2400" u="sng">
                <a:solidFill>
                  <a:schemeClr val="dk1"/>
                </a:solidFill>
                <a:latin typeface="Calibri"/>
                <a:ea typeface="Calibri"/>
                <a:cs typeface="Calibri"/>
                <a:sym typeface="Calibri"/>
              </a:rPr>
              <a:t>[2]CLAFIC</a:t>
            </a:r>
            <a:r>
              <a:rPr lang="ja-JP" altLang="en-US" sz="2400" u="sng">
                <a:solidFill>
                  <a:schemeClr val="dk1"/>
                </a:solidFill>
                <a:latin typeface="Calibri"/>
                <a:ea typeface="Calibri"/>
                <a:cs typeface="Calibri"/>
                <a:sym typeface="Calibri"/>
              </a:rPr>
              <a:t>法：</a:t>
            </a:r>
            <a:endParaRPr sz="2400" u="sng">
              <a:solidFill>
                <a:schemeClr val="dk1"/>
              </a:solidFill>
              <a:latin typeface="Calibri"/>
              <a:ea typeface="Calibri"/>
              <a:cs typeface="Calibri"/>
              <a:sym typeface="Calibri"/>
            </a:endParaRPr>
          </a:p>
          <a:p>
            <a:r>
              <a:rPr lang="ja-JP" altLang="en-US" sz="2400">
                <a:solidFill>
                  <a:schemeClr val="dk1"/>
                </a:solidFill>
                <a:latin typeface="Calibri"/>
                <a:ea typeface="Calibri"/>
                <a:cs typeface="Calibri"/>
                <a:sym typeface="Calibri"/>
              </a:rPr>
              <a:t>自己相関行列の固有ベクトルによる部分空間を用いた</a:t>
            </a:r>
            <a:r>
              <a:rPr lang="en-US" altLang="ja-JP" sz="2400">
                <a:solidFill>
                  <a:schemeClr val="dk1"/>
                </a:solidFill>
                <a:latin typeface="Calibri"/>
                <a:ea typeface="Calibri"/>
                <a:cs typeface="Calibri"/>
                <a:sym typeface="Calibri"/>
              </a:rPr>
              <a:t>CLAFIC</a:t>
            </a:r>
            <a:r>
              <a:rPr lang="ja-JP" altLang="en-US" sz="2400">
                <a:solidFill>
                  <a:schemeClr val="dk1"/>
                </a:solidFill>
                <a:latin typeface="Calibri"/>
                <a:ea typeface="Calibri"/>
                <a:cs typeface="Calibri"/>
                <a:sym typeface="Calibri"/>
              </a:rPr>
              <a:t>法</a:t>
            </a:r>
            <a:endParaRPr sz="2400">
              <a:solidFill>
                <a:schemeClr val="dk1"/>
              </a:solidFill>
              <a:latin typeface="Calibri"/>
              <a:ea typeface="Calibri"/>
              <a:cs typeface="Calibri"/>
              <a:sym typeface="Calibri"/>
            </a:endParaRPr>
          </a:p>
          <a:p>
            <a:endParaRPr sz="2400" b="1">
              <a:solidFill>
                <a:schemeClr val="dk1"/>
              </a:solidFill>
              <a:latin typeface="Calibri"/>
              <a:ea typeface="Calibri"/>
              <a:cs typeface="Calibri"/>
              <a:sym typeface="Calibri"/>
            </a:endParaRPr>
          </a:p>
          <a:p>
            <a:endParaRPr sz="2400" b="1">
              <a:solidFill>
                <a:schemeClr val="dk1"/>
              </a:solidFill>
              <a:latin typeface="Calibri"/>
              <a:ea typeface="Calibri"/>
              <a:cs typeface="Calibri"/>
              <a:sym typeface="Calibri"/>
            </a:endParaRPr>
          </a:p>
          <a:p>
            <a:r>
              <a:rPr lang="ja-JP" altLang="en-US" sz="2000">
                <a:solidFill>
                  <a:schemeClr val="dk1"/>
                </a:solidFill>
                <a:latin typeface="Calibri"/>
                <a:ea typeface="Calibri"/>
                <a:cs typeface="Calibri"/>
                <a:sym typeface="Calibri"/>
              </a:rPr>
              <a:t> </a:t>
            </a:r>
            <a:r>
              <a:rPr lang="ja-JP" altLang="en-US" sz="2100">
                <a:solidFill>
                  <a:schemeClr val="dk1"/>
                </a:solidFill>
                <a:latin typeface="Calibri"/>
                <a:ea typeface="Calibri"/>
                <a:cs typeface="Calibri"/>
                <a:sym typeface="Calibri"/>
              </a:rPr>
              <a:t>クラスの平均値を引かない</a:t>
            </a:r>
            <a:endParaRPr sz="2100">
              <a:solidFill>
                <a:schemeClr val="dk1"/>
              </a:solidFill>
              <a:latin typeface="Calibri"/>
              <a:ea typeface="Calibri"/>
              <a:cs typeface="Calibri"/>
              <a:sym typeface="Calibri"/>
            </a:endParaRPr>
          </a:p>
          <a:p>
            <a:r>
              <a:rPr lang="ja-JP" altLang="en-US" sz="2100">
                <a:solidFill>
                  <a:schemeClr val="dk1"/>
                </a:solidFill>
                <a:latin typeface="Calibri"/>
                <a:ea typeface="Calibri"/>
                <a:cs typeface="Calibri"/>
                <a:sym typeface="Calibri"/>
              </a:rPr>
              <a:t> 特徴ベクトルを用いた</a:t>
            </a:r>
            <a:r>
              <a:rPr lang="ja-JP" altLang="en-US" sz="2100" u="sng">
                <a:solidFill>
                  <a:schemeClr val="dk1"/>
                </a:solidFill>
                <a:latin typeface="Calibri"/>
                <a:ea typeface="Calibri"/>
                <a:cs typeface="Calibri"/>
                <a:sym typeface="Calibri"/>
              </a:rPr>
              <a:t>自己相関行列</a:t>
            </a:r>
            <a:endParaRPr sz="2100" u="sng">
              <a:solidFill>
                <a:schemeClr val="dk1"/>
              </a:solidFill>
              <a:latin typeface="Calibri"/>
              <a:ea typeface="Calibri"/>
              <a:cs typeface="Calibri"/>
              <a:sym typeface="Calibri"/>
            </a:endParaRPr>
          </a:p>
          <a:p>
            <a:r>
              <a:rPr lang="ja-JP" altLang="en-US" sz="2100">
                <a:solidFill>
                  <a:schemeClr val="dk1"/>
                </a:solidFill>
                <a:latin typeface="Calibri"/>
                <a:ea typeface="Calibri"/>
                <a:cs typeface="Calibri"/>
                <a:sym typeface="Calibri"/>
              </a:rPr>
              <a:t> に対して固有ベクトルを求め</a:t>
            </a:r>
            <a:endParaRPr sz="2100">
              <a:solidFill>
                <a:schemeClr val="dk1"/>
              </a:solidFill>
              <a:latin typeface="Calibri"/>
              <a:ea typeface="Calibri"/>
              <a:cs typeface="Calibri"/>
              <a:sym typeface="Calibri"/>
            </a:endParaRPr>
          </a:p>
          <a:p>
            <a:r>
              <a:rPr lang="ja-JP" altLang="en-US" sz="2100">
                <a:solidFill>
                  <a:schemeClr val="dk1"/>
                </a:solidFill>
                <a:latin typeface="Calibri"/>
                <a:ea typeface="Calibri"/>
                <a:cs typeface="Calibri"/>
                <a:sym typeface="Calibri"/>
              </a:rPr>
              <a:t> 低次元の部分空間を作成</a:t>
            </a:r>
            <a:endParaRPr sz="2100">
              <a:solidFill>
                <a:schemeClr val="dk1"/>
              </a:solidFill>
              <a:latin typeface="Calibri"/>
              <a:ea typeface="Calibri"/>
              <a:cs typeface="Calibri"/>
              <a:sym typeface="Calibri"/>
            </a:endParaRPr>
          </a:p>
          <a:p>
            <a:endParaRPr sz="2000">
              <a:solidFill>
                <a:schemeClr val="dk1"/>
              </a:solidFill>
              <a:latin typeface="Calibri"/>
              <a:ea typeface="Calibri"/>
              <a:cs typeface="Calibri"/>
              <a:sym typeface="Calibri"/>
            </a:endParaRPr>
          </a:p>
          <a:p>
            <a:endParaRPr sz="2000">
              <a:solidFill>
                <a:schemeClr val="dk1"/>
              </a:solidFill>
              <a:latin typeface="Calibri"/>
              <a:ea typeface="Calibri"/>
              <a:cs typeface="Calibri"/>
              <a:sym typeface="Calibri"/>
            </a:endParaRPr>
          </a:p>
          <a:p>
            <a:pPr>
              <a:buClr>
                <a:schemeClr val="dk1"/>
              </a:buClr>
              <a:buSzPts val="1100"/>
            </a:pPr>
            <a:r>
              <a:rPr lang="ja-JP" altLang="en-US" sz="2100">
                <a:solidFill>
                  <a:schemeClr val="dk1"/>
                </a:solidFill>
                <a:latin typeface="Calibri"/>
                <a:ea typeface="Calibri"/>
                <a:cs typeface="Calibri"/>
                <a:sym typeface="Calibri"/>
              </a:rPr>
              <a:t>テスト画像からの距離を計算</a:t>
            </a:r>
            <a:endParaRPr sz="2000">
              <a:solidFill>
                <a:schemeClr val="dk1"/>
              </a:solidFill>
              <a:latin typeface="Calibri"/>
              <a:ea typeface="Calibri"/>
              <a:cs typeface="Calibri"/>
              <a:sym typeface="Calibri"/>
            </a:endParaRPr>
          </a:p>
        </p:txBody>
      </p:sp>
      <p:sp>
        <p:nvSpPr>
          <p:cNvPr id="647" name="Google Shape;647;g22eabc07916_0_9"/>
          <p:cNvSpPr/>
          <p:nvPr/>
        </p:nvSpPr>
        <p:spPr>
          <a:xfrm>
            <a:off x="2734906" y="3991988"/>
            <a:ext cx="470100" cy="476700"/>
          </a:xfrm>
          <a:prstGeom prst="downArrow">
            <a:avLst>
              <a:gd name="adj1" fmla="val 50000"/>
              <a:gd name="adj2" fmla="val 50000"/>
            </a:avLst>
          </a:prstGeom>
          <a:solidFill>
            <a:srgbClr val="3D85C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688"/>
        <p:cNvGrpSpPr/>
        <p:nvPr/>
      </p:nvGrpSpPr>
      <p:grpSpPr>
        <a:xfrm>
          <a:off x="0" y="0"/>
          <a:ext cx="0" cy="0"/>
          <a:chOff x="0" y="0"/>
          <a:chExt cx="0" cy="0"/>
        </a:xfrm>
      </p:grpSpPr>
      <p:sp>
        <p:nvSpPr>
          <p:cNvPr id="689" name="Google Shape;689;g22eabc07916_0_236"/>
          <p:cNvSpPr txBox="1">
            <a:spLocks noGrp="1"/>
          </p:cNvSpPr>
          <p:nvPr>
            <p:ph type="title"/>
          </p:nvPr>
        </p:nvSpPr>
        <p:spPr>
          <a:xfrm>
            <a:off x="277895" y="109030"/>
            <a:ext cx="9778315" cy="667131"/>
          </a:xfrm>
        </p:spPr>
        <p:txBody>
          <a:bodyPr spcFirstLastPara="1" vert="horz" wrap="square" lIns="91425" tIns="45700" rIns="91425" bIns="45700" rtlCol="0" anchor="ctr" anchorCtr="0">
            <a:normAutofit fontScale="90000"/>
          </a:bodyPr>
          <a:lstStyle/>
          <a:p>
            <a:r>
              <a:rPr lang="ja-JP" altLang="en-US"/>
              <a:t>課題</a:t>
            </a:r>
          </a:p>
        </p:txBody>
      </p:sp>
      <p:sp>
        <p:nvSpPr>
          <p:cNvPr id="4" name="Google Shape;710;g22eabc07916_0_236">
            <a:extLst>
              <a:ext uri="{FF2B5EF4-FFF2-40B4-BE49-F238E27FC236}">
                <a16:creationId xmlns:a16="http://schemas.microsoft.com/office/drawing/2014/main" id="{685B13B6-A634-DEBC-9519-1CA43DEF330E}"/>
              </a:ext>
            </a:extLst>
          </p:cNvPr>
          <p:cNvSpPr txBox="1">
            <a:spLocks noGrp="1"/>
          </p:cNvSpPr>
          <p:nvPr>
            <p:ph type="body" idx="1"/>
          </p:nvPr>
        </p:nvSpPr>
        <p:spPr>
          <a:xfrm>
            <a:off x="277813" y="993775"/>
            <a:ext cx="11614150" cy="2435225"/>
          </a:xfrm>
          <a:noFill/>
          <a:ln>
            <a:noFill/>
          </a:ln>
        </p:spPr>
        <p:txBody>
          <a:bodyPr spcFirstLastPara="1" vert="horz" wrap="square" lIns="91425" tIns="45700" rIns="91425" bIns="45700" rtlCol="0" anchor="t" anchorCtr="0">
            <a:normAutofit fontScale="92500" lnSpcReduction="20000"/>
          </a:bodyPr>
          <a:lstStyle/>
          <a:p>
            <a:r>
              <a:rPr lang="en" altLang="ja-JP" dirty="0" err="1"/>
              <a:t>kdtree</a:t>
            </a:r>
            <a:r>
              <a:rPr lang="ja-JP" altLang="en"/>
              <a:t>：</a:t>
            </a:r>
            <a:r>
              <a:rPr lang="ja-JP" altLang="en-US"/>
              <a:t>バックトラック関数の一部を実装</a:t>
            </a:r>
            <a:r>
              <a:rPr lang="en-US" altLang="ja-JP" dirty="0"/>
              <a:t>(</a:t>
            </a:r>
            <a:r>
              <a:rPr lang="ja-JP" altLang="en-US"/>
              <a:t>参考</a:t>
            </a:r>
            <a:r>
              <a:rPr lang="en-US" altLang="ja-JP" dirty="0"/>
              <a:t>: </a:t>
            </a:r>
            <a:r>
              <a:rPr lang="en" altLang="ja-JP" dirty="0"/>
              <a:t>p12)</a:t>
            </a:r>
            <a:endParaRPr lang="en" dirty="0"/>
          </a:p>
          <a:p>
            <a:pPr lvl="1"/>
            <a:r>
              <a:rPr lang="en" altLang="ja-JP" dirty="0" err="1"/>
              <a:t>kd_tree.cpp</a:t>
            </a:r>
            <a:endParaRPr lang="en" dirty="0"/>
          </a:p>
          <a:p>
            <a:endParaRPr lang="en" dirty="0"/>
          </a:p>
          <a:p>
            <a:r>
              <a:rPr lang="ja-JP" altLang="en-US"/>
              <a:t>実装後、自分の身長と体重を入力</a:t>
            </a:r>
            <a:endParaRPr lang="ja-JP" altLang="en-US" dirty="0"/>
          </a:p>
          <a:p>
            <a:pPr lvl="1"/>
            <a:r>
              <a:rPr lang="ja-JP" altLang="en-US">
                <a:solidFill>
                  <a:srgbClr val="FF0000"/>
                </a:solidFill>
              </a:rPr>
              <a:t>テストデータと最近傍と距離をスクショして提出</a:t>
            </a:r>
            <a:endParaRPr lang="ja-JP" altLang="en-US" dirty="0">
              <a:solidFill>
                <a:srgbClr val="FF0000"/>
              </a:solidFill>
            </a:endParaRPr>
          </a:p>
        </p:txBody>
      </p:sp>
      <p:sp>
        <p:nvSpPr>
          <p:cNvPr id="691" name="Google Shape;691;g22eabc07916_0_236"/>
          <p:cNvSpPr txBox="1">
            <a:spLocks noGrp="1"/>
          </p:cNvSpPr>
          <p:nvPr>
            <p:ph type="sldNum" idx="12"/>
          </p:nvPr>
        </p:nvSpPr>
        <p:spPr>
          <a:xfrm>
            <a:off x="11444346" y="-71929"/>
            <a:ext cx="896789" cy="476682"/>
          </a:xfrm>
        </p:spPr>
        <p:txBody>
          <a:bodyPr spcFirstLastPara="1" vert="horz" wrap="square" lIns="91425" tIns="45700" rIns="91425" bIns="45700" rtlCol="0" anchor="ctr" anchorCtr="0">
            <a:noAutofit/>
          </a:bodyPr>
          <a:lstStyle/>
          <a:p>
            <a:fld id="{00000000-1234-1234-1234-123412341234}" type="slidenum">
              <a:rPr lang="en-US" altLang="ja-JP"/>
              <a:pPr/>
              <a:t>23</a:t>
            </a:fld>
            <a:endParaRPr lang="en-US"/>
          </a:p>
        </p:txBody>
      </p:sp>
      <p:pic>
        <p:nvPicPr>
          <p:cNvPr id="6" name="図 5" descr="テキスト&#10;&#10;自動的に生成された説明">
            <a:extLst>
              <a:ext uri="{FF2B5EF4-FFF2-40B4-BE49-F238E27FC236}">
                <a16:creationId xmlns:a16="http://schemas.microsoft.com/office/drawing/2014/main" id="{DA2792A6-8594-FF18-3945-0213E10AB6D8}"/>
              </a:ext>
            </a:extLst>
          </p:cNvPr>
          <p:cNvPicPr>
            <a:picLocks noChangeAspect="1"/>
          </p:cNvPicPr>
          <p:nvPr/>
        </p:nvPicPr>
        <p:blipFill>
          <a:blip r:embed="rId3"/>
          <a:stretch>
            <a:fillRect/>
          </a:stretch>
        </p:blipFill>
        <p:spPr>
          <a:xfrm>
            <a:off x="2424015" y="5667477"/>
            <a:ext cx="6281370" cy="1111065"/>
          </a:xfrm>
          <a:prstGeom prst="rect">
            <a:avLst/>
          </a:prstGeom>
        </p:spPr>
      </p:pic>
      <p:grpSp>
        <p:nvGrpSpPr>
          <p:cNvPr id="10" name="グループ化 9">
            <a:extLst>
              <a:ext uri="{FF2B5EF4-FFF2-40B4-BE49-F238E27FC236}">
                <a16:creationId xmlns:a16="http://schemas.microsoft.com/office/drawing/2014/main" id="{E2F28794-F0A8-6D0F-30F3-600478D22096}"/>
              </a:ext>
            </a:extLst>
          </p:cNvPr>
          <p:cNvGrpSpPr/>
          <p:nvPr/>
        </p:nvGrpSpPr>
        <p:grpSpPr>
          <a:xfrm>
            <a:off x="2424015" y="3550502"/>
            <a:ext cx="6281370" cy="1251763"/>
            <a:chOff x="900015" y="3840697"/>
            <a:chExt cx="6281370" cy="1251763"/>
          </a:xfrm>
        </p:grpSpPr>
        <p:pic>
          <p:nvPicPr>
            <p:cNvPr id="3" name="図 2" descr="テキスト&#10;&#10;自動的に生成された説明">
              <a:extLst>
                <a:ext uri="{FF2B5EF4-FFF2-40B4-BE49-F238E27FC236}">
                  <a16:creationId xmlns:a16="http://schemas.microsoft.com/office/drawing/2014/main" id="{D48F41BD-A260-7316-BED2-634FF93E61B6}"/>
                </a:ext>
              </a:extLst>
            </p:cNvPr>
            <p:cNvPicPr>
              <a:picLocks noChangeAspect="1"/>
            </p:cNvPicPr>
            <p:nvPr/>
          </p:nvPicPr>
          <p:blipFill>
            <a:blip r:embed="rId4"/>
            <a:stretch>
              <a:fillRect/>
            </a:stretch>
          </p:blipFill>
          <p:spPr>
            <a:xfrm>
              <a:off x="900015" y="3840697"/>
              <a:ext cx="6281370" cy="1251763"/>
            </a:xfrm>
            <a:prstGeom prst="rect">
              <a:avLst/>
            </a:prstGeom>
          </p:spPr>
        </p:pic>
        <p:sp>
          <p:nvSpPr>
            <p:cNvPr id="7" name="正方形/長方形 6">
              <a:extLst>
                <a:ext uri="{FF2B5EF4-FFF2-40B4-BE49-F238E27FC236}">
                  <a16:creationId xmlns:a16="http://schemas.microsoft.com/office/drawing/2014/main" id="{57C100BD-7AB5-44C9-C946-C756F01E766B}"/>
                </a:ext>
              </a:extLst>
            </p:cNvPr>
            <p:cNvSpPr/>
            <p:nvPr/>
          </p:nvSpPr>
          <p:spPr>
            <a:xfrm>
              <a:off x="900015" y="3840697"/>
              <a:ext cx="6281370" cy="1237656"/>
            </a:xfrm>
            <a:prstGeom prst="rect">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a:p>
          </p:txBody>
        </p:sp>
      </p:grpSp>
      <p:sp>
        <p:nvSpPr>
          <p:cNvPr id="8" name="テキスト ボックス 7">
            <a:extLst>
              <a:ext uri="{FF2B5EF4-FFF2-40B4-BE49-F238E27FC236}">
                <a16:creationId xmlns:a16="http://schemas.microsoft.com/office/drawing/2014/main" id="{0180E6E5-BEF7-D68E-E0EC-6650EF865B46}"/>
              </a:ext>
            </a:extLst>
          </p:cNvPr>
          <p:cNvSpPr txBox="1"/>
          <p:nvPr/>
        </p:nvSpPr>
        <p:spPr>
          <a:xfrm>
            <a:off x="2278916" y="5253259"/>
            <a:ext cx="6240811" cy="400110"/>
          </a:xfrm>
          <a:prstGeom prst="rect">
            <a:avLst/>
          </a:prstGeom>
          <a:noFill/>
        </p:spPr>
        <p:txBody>
          <a:bodyPr wrap="none" rtlCol="0">
            <a:spAutoFit/>
          </a:bodyPr>
          <a:lstStyle/>
          <a:p>
            <a:r>
              <a:rPr lang="en-US" altLang="ja-JP" sz="2000" dirty="0"/>
              <a:t>※</a:t>
            </a:r>
            <a:r>
              <a:rPr lang="en-US" altLang="ja-JP" sz="2000" dirty="0" err="1"/>
              <a:t>backTrack</a:t>
            </a:r>
            <a:r>
              <a:rPr lang="ja-JP" altLang="en-US" sz="2000"/>
              <a:t>処理を省くと異なるデータが出力される</a:t>
            </a:r>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3352</TotalTime>
  <Words>1994</Words>
  <Application>Microsoft Macintosh PowerPoint</Application>
  <PresentationFormat>ワイド画面</PresentationFormat>
  <Paragraphs>493</Paragraphs>
  <Slides>23</Slides>
  <Notes>15</Notes>
  <HiddenSlides>0</HiddenSlides>
  <MMClips>0</MMClips>
  <ScaleCrop>false</ScaleCrop>
  <HeadingPairs>
    <vt:vector size="6" baseType="variant">
      <vt:variant>
        <vt:lpstr>使用されているフォント</vt:lpstr>
      </vt:variant>
      <vt:variant>
        <vt:i4>8</vt:i4>
      </vt:variant>
      <vt:variant>
        <vt:lpstr>テーマ</vt:lpstr>
      </vt:variant>
      <vt:variant>
        <vt:i4>1</vt:i4>
      </vt:variant>
      <vt:variant>
        <vt:lpstr>スライド タイトル</vt:lpstr>
      </vt:variant>
      <vt:variant>
        <vt:i4>23</vt:i4>
      </vt:variant>
    </vt:vector>
  </HeadingPairs>
  <TitlesOfParts>
    <vt:vector size="32" baseType="lpstr">
      <vt:lpstr>MS Gothic</vt:lpstr>
      <vt:lpstr>Meiryo</vt:lpstr>
      <vt:lpstr>游ゴシック</vt:lpstr>
      <vt:lpstr>游ゴシック Light</vt:lpstr>
      <vt:lpstr>Arial</vt:lpstr>
      <vt:lpstr>Calibri</vt:lpstr>
      <vt:lpstr>Courier New</vt:lpstr>
      <vt:lpstr>Wingdings</vt:lpstr>
      <vt:lpstr>Office テーマ</vt:lpstr>
      <vt:lpstr>メディアコンピューティング2026 </vt:lpstr>
      <vt:lpstr>パターン認識</vt:lpstr>
      <vt:lpstr>距離計算によるパターン認識</vt:lpstr>
      <vt:lpstr>機械学習によるパターン認識</vt:lpstr>
      <vt:lpstr>画像からの特徴抽出</vt:lpstr>
      <vt:lpstr>プロトタイプ（代表点）法による識別</vt:lpstr>
      <vt:lpstr>クラスの分布を考慮した識別①</vt:lpstr>
      <vt:lpstr>クラスの分布を考慮した識別②</vt:lpstr>
      <vt:lpstr>NN法 kNN法</vt:lpstr>
      <vt:lpstr>NN法 kNN法：演習</vt:lpstr>
      <vt:lpstr>kd-tree法</vt:lpstr>
      <vt:lpstr>kd-tree法：木の構築方法</vt:lpstr>
      <vt:lpstr>kd-tree:暫定の最近傍</vt:lpstr>
      <vt:lpstr>kd-tree：バックトラック処理</vt:lpstr>
      <vt:lpstr>kd-tree：演習</vt:lpstr>
      <vt:lpstr>kd-tree：演習</vt:lpstr>
      <vt:lpstr>ハッシングによる近似最近傍探索</vt:lpstr>
      <vt:lpstr>線形判別法</vt:lpstr>
      <vt:lpstr>部分空間法</vt:lpstr>
      <vt:lpstr>1. SELFIC法</vt:lpstr>
      <vt:lpstr>2. CLAFIC法②</vt:lpstr>
      <vt:lpstr>2. CLAFIC法②</vt:lpstr>
      <vt:lpstr>課題</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メディアコンピューティング2020 </dc:title>
  <dc:creator>北坂　孝幸</dc:creator>
  <cp:lastModifiedBy>Takayuki Kitasaka</cp:lastModifiedBy>
  <cp:revision>436</cp:revision>
  <dcterms:created xsi:type="dcterms:W3CDTF">2020-05-14T05:40:54Z</dcterms:created>
  <dcterms:modified xsi:type="dcterms:W3CDTF">2026-06-24T03:04:12Z</dcterms:modified>
</cp:coreProperties>
</file>